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erverZoom="0">
  <p:sldMasterIdLst>
    <p:sldMasterId id="2147483648" r:id="rId1"/>
    <p:sldMasterId id="2147483649" r:id="rId2"/>
  </p:sldMasterIdLst>
  <p:notesMasterIdLst>
    <p:notesMasterId r:id="rId27"/>
  </p:notesMasterIdLst>
  <p:sldIdLst>
    <p:sldId id="257" r:id="rId3"/>
    <p:sldId id="258" r:id="rId4"/>
    <p:sldId id="259" r:id="rId5"/>
    <p:sldId id="260" r:id="rId6"/>
    <p:sldId id="261" r:id="rId7"/>
    <p:sldId id="263" r:id="rId8"/>
    <p:sldId id="282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5" r:id="rId18"/>
    <p:sldId id="276" r:id="rId19"/>
    <p:sldId id="277" r:id="rId20"/>
    <p:sldId id="280" r:id="rId21"/>
    <p:sldId id="281" r:id="rId22"/>
    <p:sldId id="274" r:id="rId23"/>
    <p:sldId id="273" r:id="rId24"/>
    <p:sldId id="279" r:id="rId25"/>
    <p:sldId id="278" r:id="rId26"/>
  </p:sldIdLst>
  <p:sldSz cx="9144000" cy="6858000" type="screen4x3"/>
  <p:notesSz cx="6858000" cy="9144000"/>
  <p:defaultTextStyle>
    <a:lvl1pPr marL="0" indent="0" algn="l" rtl="0" eaLnBrk="0" fontAlgn="base" latinLnBrk="0" hangingPunct="0">
      <a:lnSpc>
        <a:spcPct val="100000"/>
      </a:lnSpc>
      <a:spcBef>
        <a:spcPct val="0"/>
      </a:spcBef>
      <a:spcAft>
        <a:spcPct val="0"/>
      </a:spcAft>
      <a:buFontTx/>
      <a:buNone/>
      <a:defRPr sz="1800" b="0" i="0" u="none" baseline="0">
        <a:solidFill>
          <a:schemeClr val="dk1"/>
        </a:solidFill>
        <a:latin typeface="Arial" charset="0"/>
        <a:ea typeface="Arial" charset="0"/>
        <a:sym typeface="Arial" charset="0"/>
      </a:defRPr>
    </a:lvl1pPr>
    <a:lvl2pPr marL="457200" indent="0" algn="l" rtl="0" eaLnBrk="0" fontAlgn="base" latinLnBrk="0" hangingPunct="0">
      <a:lnSpc>
        <a:spcPct val="100000"/>
      </a:lnSpc>
      <a:spcBef>
        <a:spcPct val="0"/>
      </a:spcBef>
      <a:spcAft>
        <a:spcPct val="0"/>
      </a:spcAft>
      <a:buFontTx/>
      <a:buNone/>
      <a:defRPr sz="1800" b="0" i="0" u="none" baseline="0">
        <a:solidFill>
          <a:schemeClr val="dk1"/>
        </a:solidFill>
        <a:latin typeface="Arial" charset="0"/>
        <a:ea typeface="Arial" charset="0"/>
        <a:sym typeface="Arial" charset="0"/>
      </a:defRPr>
    </a:lvl2pPr>
    <a:lvl3pPr marL="914400" indent="0" algn="l" rtl="0" eaLnBrk="0" fontAlgn="base" latinLnBrk="0" hangingPunct="0">
      <a:lnSpc>
        <a:spcPct val="100000"/>
      </a:lnSpc>
      <a:spcBef>
        <a:spcPct val="0"/>
      </a:spcBef>
      <a:spcAft>
        <a:spcPct val="0"/>
      </a:spcAft>
      <a:buFontTx/>
      <a:buNone/>
      <a:defRPr sz="1800" b="0" i="0" u="none" baseline="0">
        <a:solidFill>
          <a:schemeClr val="dk1"/>
        </a:solidFill>
        <a:latin typeface="Arial" charset="0"/>
        <a:ea typeface="Arial" charset="0"/>
        <a:sym typeface="Arial" charset="0"/>
      </a:defRPr>
    </a:lvl3pPr>
    <a:lvl4pPr marL="1371600" indent="0" algn="l" rtl="0" eaLnBrk="0" fontAlgn="base" latinLnBrk="0" hangingPunct="0">
      <a:lnSpc>
        <a:spcPct val="100000"/>
      </a:lnSpc>
      <a:spcBef>
        <a:spcPct val="0"/>
      </a:spcBef>
      <a:spcAft>
        <a:spcPct val="0"/>
      </a:spcAft>
      <a:buFontTx/>
      <a:buNone/>
      <a:defRPr sz="1800" b="0" i="0" u="none" baseline="0">
        <a:solidFill>
          <a:schemeClr val="dk1"/>
        </a:solidFill>
        <a:latin typeface="Arial" charset="0"/>
        <a:ea typeface="Arial" charset="0"/>
        <a:sym typeface="Arial" charset="0"/>
      </a:defRPr>
    </a:lvl4pPr>
    <a:lvl5pPr marL="1828800" indent="0" algn="l" rtl="0" eaLnBrk="0" fontAlgn="base" latinLnBrk="0" hangingPunct="0">
      <a:lnSpc>
        <a:spcPct val="100000"/>
      </a:lnSpc>
      <a:spcBef>
        <a:spcPct val="0"/>
      </a:spcBef>
      <a:spcAft>
        <a:spcPct val="0"/>
      </a:spcAft>
      <a:buFontTx/>
      <a:buNone/>
      <a:defRPr sz="1800" b="0" i="0" u="none" baseline="0">
        <a:solidFill>
          <a:schemeClr val="dk1"/>
        </a:solidFill>
        <a:latin typeface="Arial" charset="0"/>
        <a:ea typeface="Arial" charset="0"/>
        <a:sym typeface="Arial" charset="0"/>
      </a:defRPr>
    </a:lvl5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2633A69-47B9-4882-A0F6-1727C2189E9B}" v="1" dt="2026-07-18T23:26:31.68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4660"/>
  </p:normalViewPr>
  <p:slideViewPr>
    <p:cSldViewPr>
      <p:cViewPr varScale="1">
        <p:scale>
          <a:sx n="63" d="100"/>
          <a:sy n="63" d="100"/>
        </p:scale>
        <p:origin x="1380" y="5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microsoft.com/office/2015/10/relationships/revisionInfo" Target="revisionInfo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microsoft.com/office/2016/11/relationships/changesInfo" Target="changesInfos/changesInfo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Relationship Id="rId8" Type="http://schemas.openxmlformats.org/officeDocument/2006/relationships/slide" Target="slides/slide6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bigail Addo" userId="b7ee87238e9f1705" providerId="LiveId" clId="{53328581-7E72-417C-91A0-F28F5DEC5612}"/>
    <pc:docChg chg="custSel modSld">
      <pc:chgData name="Abigail Addo" userId="b7ee87238e9f1705" providerId="LiveId" clId="{53328581-7E72-417C-91A0-F28F5DEC5612}" dt="2026-07-18T23:28:56.409" v="68" actId="313"/>
      <pc:docMkLst>
        <pc:docMk/>
      </pc:docMkLst>
      <pc:sldChg chg="modSp mod">
        <pc:chgData name="Abigail Addo" userId="b7ee87238e9f1705" providerId="LiveId" clId="{53328581-7E72-417C-91A0-F28F5DEC5612}" dt="2026-07-18T23:28:56.409" v="68" actId="313"/>
        <pc:sldMkLst>
          <pc:docMk/>
          <pc:sldMk cId="0" sldId="277"/>
        </pc:sldMkLst>
        <pc:spChg chg="mod">
          <ac:chgData name="Abigail Addo" userId="b7ee87238e9f1705" providerId="LiveId" clId="{53328581-7E72-417C-91A0-F28F5DEC5612}" dt="2026-07-18T23:28:56.409" v="68" actId="313"/>
          <ac:spMkLst>
            <pc:docMk/>
            <pc:sldMk cId="0" sldId="277"/>
            <ac:spMk id="1048587" creationId="{00000000-0000-0000-0000-000000000000}"/>
          </ac:spMkLst>
        </pc:spChg>
      </pc:sldChg>
      <pc:sldChg chg="modSp mod">
        <pc:chgData name="Abigail Addo" userId="b7ee87238e9f1705" providerId="LiveId" clId="{53328581-7E72-417C-91A0-F28F5DEC5612}" dt="2026-07-18T23:28:05.111" v="53" actId="20577"/>
        <pc:sldMkLst>
          <pc:docMk/>
          <pc:sldMk cId="3541401177" sldId="279"/>
        </pc:sldMkLst>
        <pc:spChg chg="mod">
          <ac:chgData name="Abigail Addo" userId="b7ee87238e9f1705" providerId="LiveId" clId="{53328581-7E72-417C-91A0-F28F5DEC5612}" dt="2026-07-18T23:28:05.111" v="53" actId="20577"/>
          <ac:spMkLst>
            <pc:docMk/>
            <pc:sldMk cId="3541401177" sldId="279"/>
            <ac:spMk id="1048587" creationId="{C9792714-4E7D-508C-8809-C2E1AA5F1826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3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t"/>
          <a:lstStyle/>
          <a:p>
            <a:pPr lvl="0" eaLnBrk="1" hangingPunct="1"/>
            <a:endParaRPr lang="fr-FR" altLang="en-US" sz="1200"/>
          </a:p>
        </p:txBody>
      </p:sp>
      <p:sp>
        <p:nvSpPr>
          <p:cNvPr id="1048734" name="Date Placeholder 2"/>
          <p:cNvSpPr>
            <a:spLocks noGrp="1"/>
          </p:cNvSpPr>
          <p:nvPr>
            <p:ph type="dt" idx="1"/>
          </p:nvPr>
        </p:nvSpPr>
        <p:spPr>
          <a:xfrm>
            <a:off x="3884612" y="0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t"/>
          <a:lstStyle/>
          <a:p>
            <a:pPr lvl="0" algn="r" eaLnBrk="1" hangingPunct="1"/>
            <a:fld id="{566ABCEB-ACFC-4714-9973-3DA970169C29}" type="datetime1">
              <a:rPr lang="fr-FR" altLang="en-US" sz="1200"/>
              <a:pPr lvl="0" algn="r" eaLnBrk="1" hangingPunct="1"/>
              <a:t>18/07/2026</a:t>
            </a:fld>
            <a:endParaRPr lang="fr-FR" altLang="en-US" sz="1200"/>
          </a:p>
        </p:txBody>
      </p:sp>
      <p:sp>
        <p:nvSpPr>
          <p:cNvPr id="1048735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 vert="horz" lIns="91440" tIns="45720" rIns="91440" bIns="45720" anchor="ctr"/>
          <a:lstStyle/>
          <a:p>
            <a:endParaRPr/>
          </a:p>
        </p:txBody>
      </p:sp>
      <p:sp>
        <p:nvSpPr>
          <p:cNvPr id="1048736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t"/>
          <a:lstStyle/>
          <a:p>
            <a:pPr lvl="0"/>
            <a:r>
              <a:rPr lang="en-US" altLang="en-US"/>
              <a:t>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48737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2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b"/>
          <a:lstStyle/>
          <a:p>
            <a:pPr lvl="0" eaLnBrk="1" hangingPunct="1"/>
            <a:endParaRPr lang="fr-FR" altLang="en-US" sz="1200"/>
          </a:p>
        </p:txBody>
      </p:sp>
      <p:sp>
        <p:nvSpPr>
          <p:cNvPr id="1048738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2" y="8685212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b"/>
          <a:lstStyle/>
          <a:p>
            <a:pPr lvl="0" algn="r" eaLnBrk="1" hangingPunct="1"/>
            <a:fld id="{566ABCEB-ACFC-4714-9973-3DA970169C29}" type="slidenum">
              <a:rPr lang="fr-FR" altLang="en-US" sz="1200"/>
              <a:pPr lvl="0" algn="r" eaLnBrk="1" hangingPunct="1"/>
              <a:t>‹#›</a:t>
            </a:fld>
            <a:endParaRPr lang="fr-FR" altLang="en-US" sz="1200"/>
          </a:p>
        </p:txBody>
      </p:sp>
    </p:spTree>
  </p:cSld>
  <p:clrMap bg1="dk1" tx1="dk1" bg2="dk1" tx2="dk1" accent1="dk1" accent2="dk1" accent3="dk1" accent4="dk1" accent5="dk1" accent6="dk1" hlink="dk1" folHlink="dk1"/>
  <p:notesStyle>
    <a:lvl1pPr marL="0" indent="0" algn="l" rtl="0" eaLnBrk="0" fontAlgn="base" latinLnBrk="0" hangingPunct="0">
      <a:lnSpc>
        <a:spcPct val="100000"/>
      </a:lnSpc>
      <a:spcBef>
        <a:spcPct val="30000"/>
      </a:spcBef>
      <a:spcAft>
        <a:spcPct val="0"/>
      </a:spcAft>
      <a:buFontTx/>
      <a:buNone/>
      <a:defRPr sz="1200" b="0" i="0" u="none" baseline="0">
        <a:solidFill>
          <a:schemeClr val="dk1"/>
        </a:solidFill>
        <a:latin typeface="Calibri" pitchFamily="34" charset="0"/>
        <a:sym typeface="Arial" charset="0"/>
      </a:defRPr>
    </a:lvl1pPr>
    <a:lvl2pPr marL="457200" indent="0" algn="l" rtl="0" eaLnBrk="0" fontAlgn="base" latinLnBrk="0" hangingPunct="0">
      <a:lnSpc>
        <a:spcPct val="100000"/>
      </a:lnSpc>
      <a:spcBef>
        <a:spcPct val="30000"/>
      </a:spcBef>
      <a:spcAft>
        <a:spcPct val="0"/>
      </a:spcAft>
      <a:buFontTx/>
      <a:buNone/>
      <a:defRPr sz="1200" b="0" i="0" u="none" baseline="0">
        <a:solidFill>
          <a:schemeClr val="dk1"/>
        </a:solidFill>
        <a:latin typeface="Calibri" pitchFamily="34" charset="0"/>
        <a:sym typeface="Arial" charset="0"/>
      </a:defRPr>
    </a:lvl2pPr>
    <a:lvl3pPr marL="914400" indent="0" algn="l" rtl="0" eaLnBrk="0" fontAlgn="base" latinLnBrk="0" hangingPunct="0">
      <a:lnSpc>
        <a:spcPct val="100000"/>
      </a:lnSpc>
      <a:spcBef>
        <a:spcPct val="30000"/>
      </a:spcBef>
      <a:spcAft>
        <a:spcPct val="0"/>
      </a:spcAft>
      <a:buFontTx/>
      <a:buNone/>
      <a:defRPr sz="1200" b="0" i="0" u="none" baseline="0">
        <a:solidFill>
          <a:schemeClr val="dk1"/>
        </a:solidFill>
        <a:latin typeface="Calibri" pitchFamily="34" charset="0"/>
        <a:sym typeface="Arial" charset="0"/>
      </a:defRPr>
    </a:lvl3pPr>
    <a:lvl4pPr marL="1371600" indent="0" algn="l" rtl="0" eaLnBrk="0" fontAlgn="base" latinLnBrk="0" hangingPunct="0">
      <a:lnSpc>
        <a:spcPct val="100000"/>
      </a:lnSpc>
      <a:spcBef>
        <a:spcPct val="30000"/>
      </a:spcBef>
      <a:spcAft>
        <a:spcPct val="0"/>
      </a:spcAft>
      <a:buFontTx/>
      <a:buNone/>
      <a:defRPr sz="1200" b="0" i="0" u="none" baseline="0">
        <a:solidFill>
          <a:schemeClr val="dk1"/>
        </a:solidFill>
        <a:latin typeface="Calibri" pitchFamily="34" charset="0"/>
        <a:sym typeface="Arial" charset="0"/>
      </a:defRPr>
    </a:lvl4pPr>
    <a:lvl5pPr marL="1828800" indent="0" algn="l" rtl="0" eaLnBrk="0" fontAlgn="base" latinLnBrk="0" hangingPunct="0">
      <a:lnSpc>
        <a:spcPct val="100000"/>
      </a:lnSpc>
      <a:spcBef>
        <a:spcPct val="30000"/>
      </a:spcBef>
      <a:spcAft>
        <a:spcPct val="0"/>
      </a:spcAft>
      <a:buFontTx/>
      <a:buNone/>
      <a:defRPr sz="1200" b="0" i="0" u="none" baseline="0">
        <a:solidFill>
          <a:schemeClr val="dk1"/>
        </a:solidFill>
        <a:latin typeface="Calibri" pitchFamily="34" charset="0"/>
        <a:sym typeface="Arial" charset="0"/>
      </a:defRPr>
    </a:lvl5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2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1371600" y="1143000"/>
            <a:ext cx="4114800" cy="3086100"/>
          </a:xfrm>
          <a:prstGeom prst="rect">
            <a:avLst/>
          </a:prstGeom>
          <a:noFill/>
          <a:ln w="9525" cap="flat" cmpd="sng">
            <a:solidFill>
              <a:srgbClr val="000000">
                <a:alpha val="100000"/>
              </a:srgbClr>
            </a:solidFill>
            <a:prstDash val="solid"/>
            <a:miter/>
          </a:ln>
        </p:spPr>
        <p:txBody>
          <a:bodyPr vert="horz" lIns="91440" tIns="45720" rIns="91440" bIns="45720" anchor="ctr"/>
          <a:lstStyle/>
          <a:p>
            <a:endParaRPr/>
          </a:p>
        </p:txBody>
      </p:sp>
      <p:sp>
        <p:nvSpPr>
          <p:cNvPr id="1048613" name="Notes Placeholder 2"/>
          <p:cNvSpPr>
            <a:spLocks noGrp="1"/>
          </p:cNvSpPr>
          <p:nvPr>
            <p:ph type="body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t"/>
          <a:lstStyle/>
          <a:p>
            <a:pPr lvl="0" eaLnBrk="1" hangingPunct="1">
              <a:spcBef>
                <a:spcPct val="0"/>
              </a:spcBef>
            </a:pPr>
            <a:endParaRPr lang="fr-FR" altLang="en-US"/>
          </a:p>
        </p:txBody>
      </p:sp>
      <p:sp>
        <p:nvSpPr>
          <p:cNvPr id="1048614" name="Slide Number Placeholder 3"/>
          <p:cNvSpPr txBox="1"/>
          <p:nvPr/>
        </p:nvSpPr>
        <p:spPr>
          <a:xfrm>
            <a:off x="3884612" y="8685212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b"/>
          <a:lstStyle/>
          <a:p>
            <a:pPr lvl="0" algn="r" eaLnBrk="1" hangingPunct="1"/>
            <a:fld id="{566ABCEB-ACFC-4714-9973-3DA970169C29}" type="slidenum">
              <a:rPr lang="fr-FR" altLang="en-US" sz="1200"/>
              <a:pPr lvl="0" algn="r" eaLnBrk="1" hangingPunct="1"/>
              <a:t>11</a:t>
            </a:fld>
            <a:endParaRPr lang="fr-FR" altLang="en-US" sz="120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59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4859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ctr"/>
          <a:lstStyle>
            <a:lvl1pPr marL="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1pPr>
            <a:lvl2pPr marL="4572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2pPr>
            <a:lvl3pPr marL="9144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3pPr>
            <a:lvl4pPr marL="13716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4pPr>
            <a:lvl5pPr marL="18288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5pPr>
          </a:lstStyle>
          <a:p>
            <a:pPr lvl="0" eaLnBrk="1" hangingPunct="1"/>
            <a:fld id="{566ABCEB-ACFC-4714-9973-3DA970169C29}" type="datetime1">
              <a:rPr lang="en-US" altLang="en-US" sz="1200">
                <a:solidFill>
                  <a:srgbClr val="898989"/>
                </a:solidFill>
                <a:latin typeface="Calibri" pitchFamily="34" charset="0"/>
              </a:rPr>
              <a:pPr lvl="0" eaLnBrk="1" hangingPunct="1"/>
              <a:t>7/18/2026</a:t>
            </a:fld>
            <a:endParaRPr lang="en-US" altLang="en-US" sz="1200">
              <a:solidFill>
                <a:srgbClr val="898989"/>
              </a:solidFill>
              <a:latin typeface="Calibri" pitchFamily="34" charset="0"/>
            </a:endParaRPr>
          </a:p>
        </p:txBody>
      </p:sp>
      <p:sp>
        <p:nvSpPr>
          <p:cNvPr id="1048595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ctr"/>
          <a:lstStyle>
            <a:lvl1pPr marL="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1pPr>
            <a:lvl2pPr marL="4572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2pPr>
            <a:lvl3pPr marL="9144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3pPr>
            <a:lvl4pPr marL="13716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4pPr>
            <a:lvl5pPr marL="18288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5pPr>
          </a:lstStyle>
          <a:p>
            <a:pPr lvl="0" algn="r" eaLnBrk="1" hangingPunct="1"/>
            <a:fld id="{566ABCEB-ACFC-4714-9973-3DA970169C29}" type="slidenum">
              <a:rPr lang="en-US" altLang="en-US" sz="1200">
                <a:solidFill>
                  <a:srgbClr val="898989"/>
                </a:solidFill>
                <a:latin typeface="Calibri" pitchFamily="34" charset="0"/>
              </a:rPr>
              <a:pPr lvl="0" algn="r" eaLnBrk="1" hangingPunct="1"/>
              <a:t>‹#›</a:t>
            </a:fld>
            <a:endParaRPr lang="en-US" altLang="en-US" sz="1200">
              <a:solidFill>
                <a:srgbClr val="898989"/>
              </a:solidFill>
              <a:latin typeface="Calibri" pitchFamily="34" charset="0"/>
            </a:endParaRPr>
          </a:p>
        </p:txBody>
      </p:sp>
      <p:sp>
        <p:nvSpPr>
          <p:cNvPr id="1048596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ctr"/>
          <a:lstStyle>
            <a:lvl1pPr marL="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1pPr>
            <a:lvl2pPr marL="4572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2pPr>
            <a:lvl3pPr marL="9144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3pPr>
            <a:lvl4pPr marL="13716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4pPr>
            <a:lvl5pPr marL="18288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5pPr>
          </a:lstStyle>
          <a:p>
            <a:pPr lvl="0" algn="ctr" eaLnBrk="1" hangingPunct="1"/>
            <a:endParaRPr lang="en-US" altLang="en-US" sz="1200">
              <a:solidFill>
                <a:srgbClr val="898989"/>
              </a:solidFill>
              <a:latin typeface="Calibri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582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583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ctr"/>
          <a:lstStyle>
            <a:lvl1pPr marL="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1pPr>
            <a:lvl2pPr marL="4572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2pPr>
            <a:lvl3pPr marL="9144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3pPr>
            <a:lvl4pPr marL="13716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4pPr>
            <a:lvl5pPr marL="18288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5pPr>
          </a:lstStyle>
          <a:p>
            <a:pPr lvl="0" eaLnBrk="1" hangingPunct="1"/>
            <a:fld id="{566ABCEB-ACFC-4714-9973-3DA970169C29}" type="datetime1">
              <a:rPr lang="en-US" altLang="en-US" sz="1200">
                <a:solidFill>
                  <a:srgbClr val="898989"/>
                </a:solidFill>
                <a:latin typeface="Calibri" pitchFamily="34" charset="0"/>
              </a:rPr>
              <a:pPr lvl="0" eaLnBrk="1" hangingPunct="1"/>
              <a:t>7/18/2026</a:t>
            </a:fld>
            <a:endParaRPr lang="en-US" altLang="en-US" sz="1200">
              <a:solidFill>
                <a:srgbClr val="898989"/>
              </a:solidFill>
              <a:latin typeface="Calibri" pitchFamily="34" charset="0"/>
            </a:endParaRPr>
          </a:p>
        </p:txBody>
      </p:sp>
      <p:sp>
        <p:nvSpPr>
          <p:cNvPr id="1048584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ctr"/>
          <a:lstStyle>
            <a:lvl1pPr marL="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1pPr>
            <a:lvl2pPr marL="4572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2pPr>
            <a:lvl3pPr marL="9144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3pPr>
            <a:lvl4pPr marL="13716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4pPr>
            <a:lvl5pPr marL="18288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5pPr>
          </a:lstStyle>
          <a:p>
            <a:pPr lvl="0" algn="r" eaLnBrk="1" hangingPunct="1"/>
            <a:fld id="{566ABCEB-ACFC-4714-9973-3DA970169C29}" type="slidenum">
              <a:rPr lang="en-US" altLang="en-US" sz="1200">
                <a:solidFill>
                  <a:srgbClr val="898989"/>
                </a:solidFill>
                <a:latin typeface="Calibri" pitchFamily="34" charset="0"/>
              </a:rPr>
              <a:pPr lvl="0" algn="r" eaLnBrk="1" hangingPunct="1"/>
              <a:t>‹#›</a:t>
            </a:fld>
            <a:endParaRPr lang="en-US" altLang="en-US" sz="1200">
              <a:solidFill>
                <a:srgbClr val="898989"/>
              </a:solidFill>
              <a:latin typeface="Calibri" pitchFamily="34" charset="0"/>
            </a:endParaRPr>
          </a:p>
        </p:txBody>
      </p:sp>
      <p:sp>
        <p:nvSpPr>
          <p:cNvPr id="104858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ctr"/>
          <a:lstStyle>
            <a:lvl1pPr marL="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1pPr>
            <a:lvl2pPr marL="4572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2pPr>
            <a:lvl3pPr marL="9144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3pPr>
            <a:lvl4pPr marL="13716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4pPr>
            <a:lvl5pPr marL="18288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5pPr>
          </a:lstStyle>
          <a:p>
            <a:pPr lvl="0" algn="ctr" eaLnBrk="1" hangingPunct="1"/>
            <a:endParaRPr lang="en-US" altLang="en-US" sz="1200">
              <a:solidFill>
                <a:srgbClr val="898989"/>
              </a:solidFill>
              <a:latin typeface="Calibri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5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706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07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ctr"/>
          <a:lstStyle>
            <a:lvl1pPr marL="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1pPr>
            <a:lvl2pPr marL="4572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2pPr>
            <a:lvl3pPr marL="9144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3pPr>
            <a:lvl4pPr marL="13716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4pPr>
            <a:lvl5pPr marL="18288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5pPr>
          </a:lstStyle>
          <a:p>
            <a:pPr lvl="0" eaLnBrk="1" hangingPunct="1"/>
            <a:fld id="{566ABCEB-ACFC-4714-9973-3DA970169C29}" type="datetime1">
              <a:rPr lang="en-US" altLang="en-US" sz="1200">
                <a:solidFill>
                  <a:srgbClr val="898989"/>
                </a:solidFill>
                <a:latin typeface="Calibri" pitchFamily="34" charset="0"/>
              </a:rPr>
              <a:pPr lvl="0" eaLnBrk="1" hangingPunct="1"/>
              <a:t>7/18/2026</a:t>
            </a:fld>
            <a:endParaRPr lang="en-US" altLang="en-US" sz="1200">
              <a:solidFill>
                <a:srgbClr val="898989"/>
              </a:solidFill>
              <a:latin typeface="Calibri" pitchFamily="34" charset="0"/>
            </a:endParaRPr>
          </a:p>
        </p:txBody>
      </p:sp>
      <p:sp>
        <p:nvSpPr>
          <p:cNvPr id="104870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ctr"/>
          <a:lstStyle>
            <a:lvl1pPr marL="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1pPr>
            <a:lvl2pPr marL="4572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2pPr>
            <a:lvl3pPr marL="9144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3pPr>
            <a:lvl4pPr marL="13716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4pPr>
            <a:lvl5pPr marL="18288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5pPr>
          </a:lstStyle>
          <a:p>
            <a:pPr lvl="0" algn="r" eaLnBrk="1" hangingPunct="1"/>
            <a:fld id="{566ABCEB-ACFC-4714-9973-3DA970169C29}" type="slidenum">
              <a:rPr lang="en-US" altLang="en-US" sz="1200">
                <a:solidFill>
                  <a:srgbClr val="898989"/>
                </a:solidFill>
                <a:latin typeface="Calibri" pitchFamily="34" charset="0"/>
              </a:rPr>
              <a:pPr lvl="0" algn="r" eaLnBrk="1" hangingPunct="1"/>
              <a:t>‹#›</a:t>
            </a:fld>
            <a:endParaRPr lang="en-US" altLang="en-US" sz="1200">
              <a:solidFill>
                <a:srgbClr val="898989"/>
              </a:solidFill>
              <a:latin typeface="Calibri" pitchFamily="34" charset="0"/>
            </a:endParaRPr>
          </a:p>
        </p:txBody>
      </p:sp>
      <p:sp>
        <p:nvSpPr>
          <p:cNvPr id="104870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ctr"/>
          <a:lstStyle>
            <a:lvl1pPr marL="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1pPr>
            <a:lvl2pPr marL="4572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2pPr>
            <a:lvl3pPr marL="9144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3pPr>
            <a:lvl4pPr marL="13716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4pPr>
            <a:lvl5pPr marL="18288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5pPr>
          </a:lstStyle>
          <a:p>
            <a:pPr lvl="0" algn="ctr" eaLnBrk="1" hangingPunct="1"/>
            <a:endParaRPr lang="en-US" altLang="en-US" sz="1200">
              <a:solidFill>
                <a:srgbClr val="898989"/>
              </a:solidFill>
              <a:latin typeface="Calibri" pitchFamily="3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711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712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713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ctr"/>
          <a:lstStyle>
            <a:lvl1pPr marL="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1pPr>
            <a:lvl2pPr marL="4572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2pPr>
            <a:lvl3pPr marL="9144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3pPr>
            <a:lvl4pPr marL="13716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4pPr>
            <a:lvl5pPr marL="18288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5pPr>
          </a:lstStyle>
          <a:p>
            <a:pPr lvl="0" eaLnBrk="1" hangingPunct="1"/>
            <a:fld id="{566ABCEB-ACFC-4714-9973-3DA970169C29}" type="datetime1">
              <a:rPr lang="en-US" altLang="en-US" sz="1200">
                <a:solidFill>
                  <a:srgbClr val="898989"/>
                </a:solidFill>
                <a:latin typeface="Calibri" pitchFamily="34" charset="0"/>
              </a:rPr>
              <a:pPr lvl="0" eaLnBrk="1" hangingPunct="1"/>
              <a:t>7/18/2026</a:t>
            </a:fld>
            <a:endParaRPr lang="en-US" altLang="en-US" sz="1200">
              <a:solidFill>
                <a:srgbClr val="898989"/>
              </a:solidFill>
              <a:latin typeface="Calibri" pitchFamily="34" charset="0"/>
            </a:endParaRPr>
          </a:p>
        </p:txBody>
      </p:sp>
      <p:sp>
        <p:nvSpPr>
          <p:cNvPr id="1048714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ctr"/>
          <a:lstStyle>
            <a:lvl1pPr marL="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1pPr>
            <a:lvl2pPr marL="4572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2pPr>
            <a:lvl3pPr marL="9144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3pPr>
            <a:lvl4pPr marL="13716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4pPr>
            <a:lvl5pPr marL="18288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5pPr>
          </a:lstStyle>
          <a:p>
            <a:pPr lvl="0" algn="r" eaLnBrk="1" hangingPunct="1"/>
            <a:fld id="{566ABCEB-ACFC-4714-9973-3DA970169C29}" type="slidenum">
              <a:rPr lang="en-US" altLang="en-US" sz="1200">
                <a:solidFill>
                  <a:srgbClr val="898989"/>
                </a:solidFill>
                <a:latin typeface="Calibri" pitchFamily="34" charset="0"/>
              </a:rPr>
              <a:pPr lvl="0" algn="r" eaLnBrk="1" hangingPunct="1"/>
              <a:t>‹#›</a:t>
            </a:fld>
            <a:endParaRPr lang="en-US" altLang="en-US" sz="1200">
              <a:solidFill>
                <a:srgbClr val="898989"/>
              </a:solidFill>
              <a:latin typeface="Calibri" pitchFamily="34" charset="0"/>
            </a:endParaRPr>
          </a:p>
        </p:txBody>
      </p:sp>
      <p:sp>
        <p:nvSpPr>
          <p:cNvPr id="104871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ctr"/>
          <a:lstStyle>
            <a:lvl1pPr marL="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1pPr>
            <a:lvl2pPr marL="4572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2pPr>
            <a:lvl3pPr marL="9144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3pPr>
            <a:lvl4pPr marL="13716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4pPr>
            <a:lvl5pPr marL="18288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5pPr>
          </a:lstStyle>
          <a:p>
            <a:pPr lvl="0" algn="ctr" eaLnBrk="1" hangingPunct="1"/>
            <a:endParaRPr lang="en-US" altLang="en-US" sz="1200">
              <a:solidFill>
                <a:srgbClr val="898989"/>
              </a:solidFill>
              <a:latin typeface="Calibri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717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18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71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20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721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ctr"/>
          <a:lstStyle>
            <a:lvl1pPr marL="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1pPr>
            <a:lvl2pPr marL="4572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2pPr>
            <a:lvl3pPr marL="9144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3pPr>
            <a:lvl4pPr marL="13716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4pPr>
            <a:lvl5pPr marL="18288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5pPr>
          </a:lstStyle>
          <a:p>
            <a:pPr lvl="0" eaLnBrk="1" hangingPunct="1"/>
            <a:fld id="{566ABCEB-ACFC-4714-9973-3DA970169C29}" type="datetime1">
              <a:rPr lang="en-US" altLang="en-US" sz="1200">
                <a:solidFill>
                  <a:srgbClr val="898989"/>
                </a:solidFill>
                <a:latin typeface="Calibri" pitchFamily="34" charset="0"/>
              </a:rPr>
              <a:pPr lvl="0" eaLnBrk="1" hangingPunct="1"/>
              <a:t>7/18/2026</a:t>
            </a:fld>
            <a:endParaRPr lang="en-US" altLang="en-US" sz="1200">
              <a:solidFill>
                <a:srgbClr val="898989"/>
              </a:solidFill>
              <a:latin typeface="Calibri" pitchFamily="34" charset="0"/>
            </a:endParaRPr>
          </a:p>
        </p:txBody>
      </p:sp>
      <p:sp>
        <p:nvSpPr>
          <p:cNvPr id="104872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ctr"/>
          <a:lstStyle>
            <a:lvl1pPr marL="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1pPr>
            <a:lvl2pPr marL="4572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2pPr>
            <a:lvl3pPr marL="9144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3pPr>
            <a:lvl4pPr marL="13716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4pPr>
            <a:lvl5pPr marL="18288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5pPr>
          </a:lstStyle>
          <a:p>
            <a:pPr lvl="0" algn="r" eaLnBrk="1" hangingPunct="1"/>
            <a:fld id="{566ABCEB-ACFC-4714-9973-3DA970169C29}" type="slidenum">
              <a:rPr lang="en-US" altLang="en-US" sz="1200">
                <a:solidFill>
                  <a:srgbClr val="898989"/>
                </a:solidFill>
                <a:latin typeface="Calibri" pitchFamily="34" charset="0"/>
              </a:rPr>
              <a:pPr lvl="0" algn="r" eaLnBrk="1" hangingPunct="1"/>
              <a:t>‹#›</a:t>
            </a:fld>
            <a:endParaRPr lang="en-US" altLang="en-US" sz="1200">
              <a:solidFill>
                <a:srgbClr val="898989"/>
              </a:solidFill>
              <a:latin typeface="Calibri" pitchFamily="34" charset="0"/>
            </a:endParaRPr>
          </a:p>
        </p:txBody>
      </p:sp>
      <p:sp>
        <p:nvSpPr>
          <p:cNvPr id="1048723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ctr"/>
          <a:lstStyle>
            <a:lvl1pPr marL="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1pPr>
            <a:lvl2pPr marL="4572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2pPr>
            <a:lvl3pPr marL="9144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3pPr>
            <a:lvl4pPr marL="13716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4pPr>
            <a:lvl5pPr marL="18288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5pPr>
          </a:lstStyle>
          <a:p>
            <a:pPr lvl="0" algn="ctr" eaLnBrk="1" hangingPunct="1"/>
            <a:endParaRPr lang="en-US" altLang="en-US" sz="1200">
              <a:solidFill>
                <a:srgbClr val="898989"/>
              </a:solidFill>
              <a:latin typeface="Calibri" pitchFamily="34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686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ctr"/>
          <a:lstStyle>
            <a:lvl1pPr marL="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1pPr>
            <a:lvl2pPr marL="4572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2pPr>
            <a:lvl3pPr marL="9144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3pPr>
            <a:lvl4pPr marL="13716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4pPr>
            <a:lvl5pPr marL="18288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5pPr>
          </a:lstStyle>
          <a:p>
            <a:pPr lvl="0" eaLnBrk="1" hangingPunct="1"/>
            <a:fld id="{566ABCEB-ACFC-4714-9973-3DA970169C29}" type="datetime1">
              <a:rPr lang="en-US" altLang="en-US" sz="1200">
                <a:solidFill>
                  <a:srgbClr val="898989"/>
                </a:solidFill>
                <a:latin typeface="Calibri" pitchFamily="34" charset="0"/>
              </a:rPr>
              <a:pPr lvl="0" eaLnBrk="1" hangingPunct="1"/>
              <a:t>7/18/2026</a:t>
            </a:fld>
            <a:endParaRPr lang="en-US" altLang="en-US" sz="1200">
              <a:solidFill>
                <a:srgbClr val="898989"/>
              </a:solidFill>
              <a:latin typeface="Calibri" pitchFamily="34" charset="0"/>
            </a:endParaRPr>
          </a:p>
        </p:txBody>
      </p:sp>
      <p:sp>
        <p:nvSpPr>
          <p:cNvPr id="1048687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ctr"/>
          <a:lstStyle>
            <a:lvl1pPr marL="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1pPr>
            <a:lvl2pPr marL="4572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2pPr>
            <a:lvl3pPr marL="9144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3pPr>
            <a:lvl4pPr marL="13716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4pPr>
            <a:lvl5pPr marL="18288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5pPr>
          </a:lstStyle>
          <a:p>
            <a:pPr lvl="0" algn="r" eaLnBrk="1" hangingPunct="1"/>
            <a:fld id="{566ABCEB-ACFC-4714-9973-3DA970169C29}" type="slidenum">
              <a:rPr lang="en-US" altLang="en-US" sz="1200">
                <a:solidFill>
                  <a:srgbClr val="898989"/>
                </a:solidFill>
                <a:latin typeface="Calibri" pitchFamily="34" charset="0"/>
              </a:rPr>
              <a:pPr lvl="0" algn="r" eaLnBrk="1" hangingPunct="1"/>
              <a:t>‹#›</a:t>
            </a:fld>
            <a:endParaRPr lang="en-US" altLang="en-US" sz="1200">
              <a:solidFill>
                <a:srgbClr val="898989"/>
              </a:solidFill>
              <a:latin typeface="Calibri" pitchFamily="34" charset="0"/>
            </a:endParaRPr>
          </a:p>
        </p:txBody>
      </p:sp>
      <p:sp>
        <p:nvSpPr>
          <p:cNvPr id="1048688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ctr"/>
          <a:lstStyle>
            <a:lvl1pPr marL="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1pPr>
            <a:lvl2pPr marL="4572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2pPr>
            <a:lvl3pPr marL="9144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3pPr>
            <a:lvl4pPr marL="13716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4pPr>
            <a:lvl5pPr marL="18288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5pPr>
          </a:lstStyle>
          <a:p>
            <a:pPr lvl="0" algn="ctr" eaLnBrk="1" hangingPunct="1"/>
            <a:endParaRPr lang="en-US" altLang="en-US" sz="1200">
              <a:solidFill>
                <a:srgbClr val="898989"/>
              </a:solidFill>
              <a:latin typeface="Calibri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ctr"/>
          <a:lstStyle>
            <a:lvl1pPr marL="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1pPr>
            <a:lvl2pPr marL="4572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2pPr>
            <a:lvl3pPr marL="9144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3pPr>
            <a:lvl4pPr marL="13716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4pPr>
            <a:lvl5pPr marL="18288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5pPr>
          </a:lstStyle>
          <a:p>
            <a:pPr lvl="0" eaLnBrk="1" hangingPunct="1"/>
            <a:fld id="{566ABCEB-ACFC-4714-9973-3DA970169C29}" type="datetime1">
              <a:rPr lang="en-US" altLang="en-US" sz="1200">
                <a:solidFill>
                  <a:srgbClr val="898989"/>
                </a:solidFill>
                <a:latin typeface="Calibri" pitchFamily="34" charset="0"/>
              </a:rPr>
              <a:pPr lvl="0" eaLnBrk="1" hangingPunct="1"/>
              <a:t>7/18/2026</a:t>
            </a:fld>
            <a:endParaRPr lang="en-US" altLang="en-US" sz="1200">
              <a:solidFill>
                <a:srgbClr val="898989"/>
              </a:solidFill>
              <a:latin typeface="Calibri" pitchFamily="34" charset="0"/>
            </a:endParaRPr>
          </a:p>
        </p:txBody>
      </p:sp>
      <p:sp>
        <p:nvSpPr>
          <p:cNvPr id="1048725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ctr"/>
          <a:lstStyle>
            <a:lvl1pPr marL="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1pPr>
            <a:lvl2pPr marL="4572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2pPr>
            <a:lvl3pPr marL="9144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3pPr>
            <a:lvl4pPr marL="13716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4pPr>
            <a:lvl5pPr marL="18288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5pPr>
          </a:lstStyle>
          <a:p>
            <a:pPr lvl="0" algn="r" eaLnBrk="1" hangingPunct="1"/>
            <a:fld id="{566ABCEB-ACFC-4714-9973-3DA970169C29}" type="slidenum">
              <a:rPr lang="en-US" altLang="en-US" sz="1200">
                <a:solidFill>
                  <a:srgbClr val="898989"/>
                </a:solidFill>
                <a:latin typeface="Calibri" pitchFamily="34" charset="0"/>
              </a:rPr>
              <a:pPr lvl="0" algn="r" eaLnBrk="1" hangingPunct="1"/>
              <a:t>‹#›</a:t>
            </a:fld>
            <a:endParaRPr lang="en-US" altLang="en-US" sz="1200">
              <a:solidFill>
                <a:srgbClr val="898989"/>
              </a:solidFill>
              <a:latin typeface="Calibri" pitchFamily="34" charset="0"/>
            </a:endParaRPr>
          </a:p>
        </p:txBody>
      </p:sp>
      <p:sp>
        <p:nvSpPr>
          <p:cNvPr id="1048726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ctr"/>
          <a:lstStyle>
            <a:lvl1pPr marL="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1pPr>
            <a:lvl2pPr marL="4572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2pPr>
            <a:lvl3pPr marL="9144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3pPr>
            <a:lvl4pPr marL="13716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4pPr>
            <a:lvl5pPr marL="18288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5pPr>
          </a:lstStyle>
          <a:p>
            <a:pPr lvl="0" algn="ctr" eaLnBrk="1" hangingPunct="1"/>
            <a:endParaRPr lang="en-US" altLang="en-US" sz="1200">
              <a:solidFill>
                <a:srgbClr val="898989"/>
              </a:solidFill>
              <a:latin typeface="Calibri" pitchFamily="34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7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728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729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30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ctr"/>
          <a:lstStyle>
            <a:lvl1pPr marL="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1pPr>
            <a:lvl2pPr marL="4572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2pPr>
            <a:lvl3pPr marL="9144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3pPr>
            <a:lvl4pPr marL="13716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4pPr>
            <a:lvl5pPr marL="18288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5pPr>
          </a:lstStyle>
          <a:p>
            <a:pPr lvl="0" eaLnBrk="1" hangingPunct="1"/>
            <a:fld id="{566ABCEB-ACFC-4714-9973-3DA970169C29}" type="datetime1">
              <a:rPr lang="en-US" altLang="en-US" sz="1200">
                <a:solidFill>
                  <a:srgbClr val="898989"/>
                </a:solidFill>
                <a:latin typeface="Calibri" pitchFamily="34" charset="0"/>
              </a:rPr>
              <a:pPr lvl="0" eaLnBrk="1" hangingPunct="1"/>
              <a:t>7/18/2026</a:t>
            </a:fld>
            <a:endParaRPr lang="en-US" altLang="en-US" sz="1200">
              <a:solidFill>
                <a:srgbClr val="898989"/>
              </a:solidFill>
              <a:latin typeface="Calibri" pitchFamily="34" charset="0"/>
            </a:endParaRPr>
          </a:p>
        </p:txBody>
      </p:sp>
      <p:sp>
        <p:nvSpPr>
          <p:cNvPr id="1048731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ctr"/>
          <a:lstStyle>
            <a:lvl1pPr marL="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1pPr>
            <a:lvl2pPr marL="4572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2pPr>
            <a:lvl3pPr marL="9144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3pPr>
            <a:lvl4pPr marL="13716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4pPr>
            <a:lvl5pPr marL="18288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5pPr>
          </a:lstStyle>
          <a:p>
            <a:pPr lvl="0" algn="r" eaLnBrk="1" hangingPunct="1"/>
            <a:fld id="{566ABCEB-ACFC-4714-9973-3DA970169C29}" type="slidenum">
              <a:rPr lang="en-US" altLang="en-US" sz="1200">
                <a:solidFill>
                  <a:srgbClr val="898989"/>
                </a:solidFill>
                <a:latin typeface="Calibri" pitchFamily="34" charset="0"/>
              </a:rPr>
              <a:pPr lvl="0" algn="r" eaLnBrk="1" hangingPunct="1"/>
              <a:t>‹#›</a:t>
            </a:fld>
            <a:endParaRPr lang="en-US" altLang="en-US" sz="1200">
              <a:solidFill>
                <a:srgbClr val="898989"/>
              </a:solidFill>
              <a:latin typeface="Calibri" pitchFamily="34" charset="0"/>
            </a:endParaRPr>
          </a:p>
        </p:txBody>
      </p:sp>
      <p:sp>
        <p:nvSpPr>
          <p:cNvPr id="1048732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ctr"/>
          <a:lstStyle>
            <a:lvl1pPr marL="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1pPr>
            <a:lvl2pPr marL="4572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2pPr>
            <a:lvl3pPr marL="9144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3pPr>
            <a:lvl4pPr marL="13716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4pPr>
            <a:lvl5pPr marL="18288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5pPr>
          </a:lstStyle>
          <a:p>
            <a:pPr lvl="0" algn="ctr" eaLnBrk="1" hangingPunct="1"/>
            <a:endParaRPr lang="en-US" altLang="en-US" sz="1200">
              <a:solidFill>
                <a:srgbClr val="898989"/>
              </a:solidFill>
              <a:latin typeface="Calibri" pitchFamily="34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4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695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48696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97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ctr"/>
          <a:lstStyle>
            <a:lvl1pPr marL="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1pPr>
            <a:lvl2pPr marL="4572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2pPr>
            <a:lvl3pPr marL="9144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3pPr>
            <a:lvl4pPr marL="13716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4pPr>
            <a:lvl5pPr marL="18288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5pPr>
          </a:lstStyle>
          <a:p>
            <a:pPr lvl="0" eaLnBrk="1" hangingPunct="1"/>
            <a:fld id="{566ABCEB-ACFC-4714-9973-3DA970169C29}" type="datetime1">
              <a:rPr lang="en-US" altLang="en-US" sz="1200">
                <a:solidFill>
                  <a:srgbClr val="898989"/>
                </a:solidFill>
                <a:latin typeface="Calibri" pitchFamily="34" charset="0"/>
              </a:rPr>
              <a:pPr lvl="0" eaLnBrk="1" hangingPunct="1"/>
              <a:t>7/18/2026</a:t>
            </a:fld>
            <a:endParaRPr lang="en-US" altLang="en-US" sz="1200">
              <a:solidFill>
                <a:srgbClr val="898989"/>
              </a:solidFill>
              <a:latin typeface="Calibri" pitchFamily="34" charset="0"/>
            </a:endParaRPr>
          </a:p>
        </p:txBody>
      </p:sp>
      <p:sp>
        <p:nvSpPr>
          <p:cNvPr id="104869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ctr"/>
          <a:lstStyle>
            <a:lvl1pPr marL="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1pPr>
            <a:lvl2pPr marL="4572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2pPr>
            <a:lvl3pPr marL="9144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3pPr>
            <a:lvl4pPr marL="13716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4pPr>
            <a:lvl5pPr marL="18288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5pPr>
          </a:lstStyle>
          <a:p>
            <a:pPr lvl="0" algn="r" eaLnBrk="1" hangingPunct="1"/>
            <a:fld id="{566ABCEB-ACFC-4714-9973-3DA970169C29}" type="slidenum">
              <a:rPr lang="en-US" altLang="en-US" sz="1200">
                <a:solidFill>
                  <a:srgbClr val="898989"/>
                </a:solidFill>
                <a:latin typeface="Calibri" pitchFamily="34" charset="0"/>
              </a:rPr>
              <a:pPr lvl="0" algn="r" eaLnBrk="1" hangingPunct="1"/>
              <a:t>‹#›</a:t>
            </a:fld>
            <a:endParaRPr lang="en-US" altLang="en-US" sz="1200">
              <a:solidFill>
                <a:srgbClr val="898989"/>
              </a:solidFill>
              <a:latin typeface="Calibri" pitchFamily="34" charset="0"/>
            </a:endParaRPr>
          </a:p>
        </p:txBody>
      </p:sp>
      <p:sp>
        <p:nvSpPr>
          <p:cNvPr id="104869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ctr"/>
          <a:lstStyle>
            <a:lvl1pPr marL="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1pPr>
            <a:lvl2pPr marL="4572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2pPr>
            <a:lvl3pPr marL="9144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3pPr>
            <a:lvl4pPr marL="13716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4pPr>
            <a:lvl5pPr marL="18288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5pPr>
          </a:lstStyle>
          <a:p>
            <a:pPr lvl="0" algn="ctr" eaLnBrk="1" hangingPunct="1"/>
            <a:endParaRPr lang="en-US" altLang="en-US" sz="1200">
              <a:solidFill>
                <a:srgbClr val="898989"/>
              </a:solidFill>
              <a:latin typeface="Calibri" pitchFamily="34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701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702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ctr"/>
          <a:lstStyle>
            <a:lvl1pPr marL="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1pPr>
            <a:lvl2pPr marL="4572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2pPr>
            <a:lvl3pPr marL="9144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3pPr>
            <a:lvl4pPr marL="13716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4pPr>
            <a:lvl5pPr marL="18288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5pPr>
          </a:lstStyle>
          <a:p>
            <a:pPr lvl="0" eaLnBrk="1" hangingPunct="1"/>
            <a:fld id="{566ABCEB-ACFC-4714-9973-3DA970169C29}" type="datetime1">
              <a:rPr lang="en-US" altLang="en-US" sz="1200">
                <a:solidFill>
                  <a:srgbClr val="898989"/>
                </a:solidFill>
                <a:latin typeface="Calibri" pitchFamily="34" charset="0"/>
              </a:rPr>
              <a:pPr lvl="0" eaLnBrk="1" hangingPunct="1"/>
              <a:t>7/18/2026</a:t>
            </a:fld>
            <a:endParaRPr lang="en-US" altLang="en-US" sz="1200">
              <a:solidFill>
                <a:srgbClr val="898989"/>
              </a:solidFill>
              <a:latin typeface="Calibri" pitchFamily="34" charset="0"/>
            </a:endParaRPr>
          </a:p>
        </p:txBody>
      </p:sp>
      <p:sp>
        <p:nvSpPr>
          <p:cNvPr id="104870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ctr"/>
          <a:lstStyle>
            <a:lvl1pPr marL="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1pPr>
            <a:lvl2pPr marL="4572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2pPr>
            <a:lvl3pPr marL="9144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3pPr>
            <a:lvl4pPr marL="13716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4pPr>
            <a:lvl5pPr marL="18288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5pPr>
          </a:lstStyle>
          <a:p>
            <a:pPr lvl="0" algn="r" eaLnBrk="1" hangingPunct="1"/>
            <a:fld id="{566ABCEB-ACFC-4714-9973-3DA970169C29}" type="slidenum">
              <a:rPr lang="en-US" altLang="en-US" sz="1200">
                <a:solidFill>
                  <a:srgbClr val="898989"/>
                </a:solidFill>
                <a:latin typeface="Calibri" pitchFamily="34" charset="0"/>
              </a:rPr>
              <a:pPr lvl="0" algn="r" eaLnBrk="1" hangingPunct="1"/>
              <a:t>‹#›</a:t>
            </a:fld>
            <a:endParaRPr lang="en-US" altLang="en-US" sz="1200">
              <a:solidFill>
                <a:srgbClr val="898989"/>
              </a:solidFill>
              <a:latin typeface="Calibri" pitchFamily="34" charset="0"/>
            </a:endParaRPr>
          </a:p>
        </p:txBody>
      </p:sp>
      <p:sp>
        <p:nvSpPr>
          <p:cNvPr id="1048704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ctr"/>
          <a:lstStyle>
            <a:lvl1pPr marL="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1pPr>
            <a:lvl2pPr marL="4572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2pPr>
            <a:lvl3pPr marL="9144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3pPr>
            <a:lvl4pPr marL="13716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4pPr>
            <a:lvl5pPr marL="18288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5pPr>
          </a:lstStyle>
          <a:p>
            <a:pPr lvl="0" algn="ctr" eaLnBrk="1" hangingPunct="1"/>
            <a:endParaRPr lang="en-US" altLang="en-US" sz="1200">
              <a:solidFill>
                <a:srgbClr val="898989"/>
              </a:solidFill>
              <a:latin typeface="Calibri" pitchFamily="34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9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690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91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ctr"/>
          <a:lstStyle>
            <a:lvl1pPr marL="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1pPr>
            <a:lvl2pPr marL="4572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2pPr>
            <a:lvl3pPr marL="9144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3pPr>
            <a:lvl4pPr marL="13716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4pPr>
            <a:lvl5pPr marL="18288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5pPr>
          </a:lstStyle>
          <a:p>
            <a:pPr lvl="0" eaLnBrk="1" hangingPunct="1"/>
            <a:fld id="{566ABCEB-ACFC-4714-9973-3DA970169C29}" type="datetime1">
              <a:rPr lang="en-US" altLang="en-US" sz="1200">
                <a:solidFill>
                  <a:srgbClr val="898989"/>
                </a:solidFill>
                <a:latin typeface="Calibri" pitchFamily="34" charset="0"/>
              </a:rPr>
              <a:pPr lvl="0" eaLnBrk="1" hangingPunct="1"/>
              <a:t>7/18/2026</a:t>
            </a:fld>
            <a:endParaRPr lang="en-US" altLang="en-US" sz="1200">
              <a:solidFill>
                <a:srgbClr val="898989"/>
              </a:solidFill>
              <a:latin typeface="Calibri" pitchFamily="34" charset="0"/>
            </a:endParaRPr>
          </a:p>
        </p:txBody>
      </p:sp>
      <p:sp>
        <p:nvSpPr>
          <p:cNvPr id="104869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ctr"/>
          <a:lstStyle>
            <a:lvl1pPr marL="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1pPr>
            <a:lvl2pPr marL="4572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2pPr>
            <a:lvl3pPr marL="9144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3pPr>
            <a:lvl4pPr marL="13716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4pPr>
            <a:lvl5pPr marL="18288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5pPr>
          </a:lstStyle>
          <a:p>
            <a:pPr lvl="0" algn="r" eaLnBrk="1" hangingPunct="1"/>
            <a:fld id="{566ABCEB-ACFC-4714-9973-3DA970169C29}" type="slidenum">
              <a:rPr lang="en-US" altLang="en-US" sz="1200">
                <a:solidFill>
                  <a:srgbClr val="898989"/>
                </a:solidFill>
                <a:latin typeface="Calibri" pitchFamily="34" charset="0"/>
              </a:rPr>
              <a:pPr lvl="0" algn="r" eaLnBrk="1" hangingPunct="1"/>
              <a:t>‹#›</a:t>
            </a:fld>
            <a:endParaRPr lang="en-US" altLang="en-US" sz="1200">
              <a:solidFill>
                <a:srgbClr val="898989"/>
              </a:solidFill>
              <a:latin typeface="Calibri" pitchFamily="34" charset="0"/>
            </a:endParaRPr>
          </a:p>
        </p:txBody>
      </p:sp>
      <p:sp>
        <p:nvSpPr>
          <p:cNvPr id="1048693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ctr"/>
          <a:lstStyle>
            <a:lvl1pPr marL="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1pPr>
            <a:lvl2pPr marL="4572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2pPr>
            <a:lvl3pPr marL="9144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3pPr>
            <a:lvl4pPr marL="13716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4pPr>
            <a:lvl5pPr marL="18288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5pPr>
          </a:lstStyle>
          <a:p>
            <a:pPr lvl="0" algn="ctr" eaLnBrk="1" hangingPunct="1"/>
            <a:endParaRPr lang="en-US" altLang="en-US" sz="1200">
              <a:solidFill>
                <a:srgbClr val="898989"/>
              </a:solidFill>
              <a:latin typeface="Calibri" pitchFamily="34" charset="0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5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636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48637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ctr"/>
          <a:lstStyle>
            <a:lvl1pPr marL="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1pPr>
            <a:lvl2pPr marL="4572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2pPr>
            <a:lvl3pPr marL="9144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3pPr>
            <a:lvl4pPr marL="13716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4pPr>
            <a:lvl5pPr marL="18288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5pPr>
          </a:lstStyle>
          <a:p>
            <a:pPr lvl="0" eaLnBrk="1" hangingPunct="1"/>
            <a:fld id="{566ABCEB-ACFC-4714-9973-3DA970169C29}" type="datetime1">
              <a:rPr lang="en-US" altLang="en-US" sz="1200">
                <a:solidFill>
                  <a:srgbClr val="898989"/>
                </a:solidFill>
                <a:latin typeface="Calibri" pitchFamily="34" charset="0"/>
              </a:rPr>
              <a:pPr lvl="0" eaLnBrk="1" hangingPunct="1"/>
              <a:t>7/18/2026</a:t>
            </a:fld>
            <a:endParaRPr lang="en-US" altLang="en-US" sz="1200">
              <a:solidFill>
                <a:srgbClr val="898989"/>
              </a:solidFill>
              <a:latin typeface="Calibri" pitchFamily="34" charset="0"/>
            </a:endParaRPr>
          </a:p>
        </p:txBody>
      </p:sp>
      <p:sp>
        <p:nvSpPr>
          <p:cNvPr id="104863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ctr"/>
          <a:lstStyle>
            <a:lvl1pPr marL="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1pPr>
            <a:lvl2pPr marL="4572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2pPr>
            <a:lvl3pPr marL="9144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3pPr>
            <a:lvl4pPr marL="13716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4pPr>
            <a:lvl5pPr marL="18288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5pPr>
          </a:lstStyle>
          <a:p>
            <a:pPr lvl="0" algn="r" eaLnBrk="1" hangingPunct="1"/>
            <a:fld id="{566ABCEB-ACFC-4714-9973-3DA970169C29}" type="slidenum">
              <a:rPr lang="en-US" altLang="en-US" sz="1200">
                <a:solidFill>
                  <a:srgbClr val="898989"/>
                </a:solidFill>
                <a:latin typeface="Calibri" pitchFamily="34" charset="0"/>
              </a:rPr>
              <a:pPr lvl="0" algn="r" eaLnBrk="1" hangingPunct="1"/>
              <a:t>‹#›</a:t>
            </a:fld>
            <a:endParaRPr lang="en-US" altLang="en-US" sz="1200">
              <a:solidFill>
                <a:srgbClr val="898989"/>
              </a:solidFill>
              <a:latin typeface="Calibri" pitchFamily="34" charset="0"/>
            </a:endParaRPr>
          </a:p>
        </p:txBody>
      </p:sp>
      <p:sp>
        <p:nvSpPr>
          <p:cNvPr id="104863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ctr"/>
          <a:lstStyle>
            <a:lvl1pPr marL="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1pPr>
            <a:lvl2pPr marL="4572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2pPr>
            <a:lvl3pPr marL="9144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3pPr>
            <a:lvl4pPr marL="13716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4pPr>
            <a:lvl5pPr marL="18288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5pPr>
          </a:lstStyle>
          <a:p>
            <a:pPr lvl="0" algn="ctr" eaLnBrk="1" hangingPunct="1"/>
            <a:endParaRPr lang="en-US" altLang="en-US" sz="1200">
              <a:solidFill>
                <a:srgbClr val="898989"/>
              </a:solidFill>
              <a:latin typeface="Calibri" pitchFamily="34" charset="0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626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27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ctr"/>
          <a:lstStyle>
            <a:lvl1pPr marL="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1pPr>
            <a:lvl2pPr marL="4572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2pPr>
            <a:lvl3pPr marL="9144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3pPr>
            <a:lvl4pPr marL="13716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4pPr>
            <a:lvl5pPr marL="18288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5pPr>
          </a:lstStyle>
          <a:p>
            <a:pPr lvl="0" eaLnBrk="1" hangingPunct="1"/>
            <a:fld id="{566ABCEB-ACFC-4714-9973-3DA970169C29}" type="datetime1">
              <a:rPr lang="en-US" altLang="en-US" sz="1200">
                <a:solidFill>
                  <a:srgbClr val="898989"/>
                </a:solidFill>
                <a:latin typeface="Calibri" pitchFamily="34" charset="0"/>
              </a:rPr>
              <a:pPr lvl="0" eaLnBrk="1" hangingPunct="1"/>
              <a:t>7/18/2026</a:t>
            </a:fld>
            <a:endParaRPr lang="en-US" altLang="en-US" sz="1200">
              <a:solidFill>
                <a:srgbClr val="898989"/>
              </a:solidFill>
              <a:latin typeface="Calibri" pitchFamily="34" charset="0"/>
            </a:endParaRPr>
          </a:p>
        </p:txBody>
      </p:sp>
      <p:sp>
        <p:nvSpPr>
          <p:cNvPr id="104862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ctr"/>
          <a:lstStyle>
            <a:lvl1pPr marL="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1pPr>
            <a:lvl2pPr marL="4572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2pPr>
            <a:lvl3pPr marL="9144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3pPr>
            <a:lvl4pPr marL="13716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4pPr>
            <a:lvl5pPr marL="18288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5pPr>
          </a:lstStyle>
          <a:p>
            <a:pPr lvl="0" algn="r" eaLnBrk="1" hangingPunct="1"/>
            <a:fld id="{566ABCEB-ACFC-4714-9973-3DA970169C29}" type="slidenum">
              <a:rPr lang="en-US" altLang="en-US" sz="1200">
                <a:solidFill>
                  <a:srgbClr val="898989"/>
                </a:solidFill>
                <a:latin typeface="Calibri" pitchFamily="34" charset="0"/>
              </a:rPr>
              <a:pPr lvl="0" algn="r" eaLnBrk="1" hangingPunct="1"/>
              <a:t>‹#›</a:t>
            </a:fld>
            <a:endParaRPr lang="en-US" altLang="en-US" sz="1200">
              <a:solidFill>
                <a:srgbClr val="898989"/>
              </a:solidFill>
              <a:latin typeface="Calibri" pitchFamily="34" charset="0"/>
            </a:endParaRPr>
          </a:p>
        </p:txBody>
      </p:sp>
      <p:sp>
        <p:nvSpPr>
          <p:cNvPr id="104862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ctr"/>
          <a:lstStyle>
            <a:lvl1pPr marL="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1pPr>
            <a:lvl2pPr marL="4572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2pPr>
            <a:lvl3pPr marL="9144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3pPr>
            <a:lvl4pPr marL="13716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4pPr>
            <a:lvl5pPr marL="18288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5pPr>
          </a:lstStyle>
          <a:p>
            <a:pPr lvl="0" algn="ctr" eaLnBrk="1" hangingPunct="1"/>
            <a:endParaRPr lang="en-US" altLang="en-US" sz="1200">
              <a:solidFill>
                <a:srgbClr val="898989"/>
              </a:solidFill>
              <a:latin typeface="Calibri" pitchFamily="34" charset="0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66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6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ctr"/>
          <a:lstStyle>
            <a:lvl1pPr marL="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1pPr>
            <a:lvl2pPr marL="4572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2pPr>
            <a:lvl3pPr marL="9144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3pPr>
            <a:lvl4pPr marL="13716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4pPr>
            <a:lvl5pPr marL="18288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5pPr>
          </a:lstStyle>
          <a:p>
            <a:pPr lvl="0" eaLnBrk="1" hangingPunct="1"/>
            <a:fld id="{566ABCEB-ACFC-4714-9973-3DA970169C29}" type="datetime1">
              <a:rPr lang="en-US" altLang="en-US" sz="1200">
                <a:solidFill>
                  <a:srgbClr val="898989"/>
                </a:solidFill>
                <a:latin typeface="Calibri" pitchFamily="34" charset="0"/>
              </a:rPr>
              <a:pPr lvl="0" eaLnBrk="1" hangingPunct="1"/>
              <a:t>7/18/2026</a:t>
            </a:fld>
            <a:endParaRPr lang="en-US" altLang="en-US" sz="1200">
              <a:solidFill>
                <a:srgbClr val="898989"/>
              </a:solidFill>
              <a:latin typeface="Calibri" pitchFamily="34" charset="0"/>
            </a:endParaRPr>
          </a:p>
        </p:txBody>
      </p:sp>
      <p:sp>
        <p:nvSpPr>
          <p:cNvPr id="1048665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ctr"/>
          <a:lstStyle>
            <a:lvl1pPr marL="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1pPr>
            <a:lvl2pPr marL="4572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2pPr>
            <a:lvl3pPr marL="9144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3pPr>
            <a:lvl4pPr marL="13716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4pPr>
            <a:lvl5pPr marL="18288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5pPr>
          </a:lstStyle>
          <a:p>
            <a:pPr lvl="0" algn="r" eaLnBrk="1" hangingPunct="1"/>
            <a:fld id="{566ABCEB-ACFC-4714-9973-3DA970169C29}" type="slidenum">
              <a:rPr lang="en-US" altLang="en-US" sz="1200">
                <a:solidFill>
                  <a:srgbClr val="898989"/>
                </a:solidFill>
                <a:latin typeface="Calibri" pitchFamily="34" charset="0"/>
              </a:rPr>
              <a:pPr lvl="0" algn="r" eaLnBrk="1" hangingPunct="1"/>
              <a:t>‹#›</a:t>
            </a:fld>
            <a:endParaRPr lang="en-US" altLang="en-US" sz="1200">
              <a:solidFill>
                <a:srgbClr val="898989"/>
              </a:solidFill>
              <a:latin typeface="Calibri" pitchFamily="34" charset="0"/>
            </a:endParaRPr>
          </a:p>
        </p:txBody>
      </p:sp>
      <p:sp>
        <p:nvSpPr>
          <p:cNvPr id="1048666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ctr"/>
          <a:lstStyle>
            <a:lvl1pPr marL="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1pPr>
            <a:lvl2pPr marL="4572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2pPr>
            <a:lvl3pPr marL="9144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3pPr>
            <a:lvl4pPr marL="13716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4pPr>
            <a:lvl5pPr marL="18288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5pPr>
          </a:lstStyle>
          <a:p>
            <a:pPr lvl="0" algn="ctr" eaLnBrk="1" hangingPunct="1"/>
            <a:endParaRPr lang="en-US" altLang="en-US" sz="1200">
              <a:solidFill>
                <a:srgbClr val="898989"/>
              </a:solidFill>
              <a:latin typeface="Calibri" pitchFamily="34" charset="0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657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58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59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ctr"/>
          <a:lstStyle>
            <a:lvl1pPr marL="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1pPr>
            <a:lvl2pPr marL="4572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2pPr>
            <a:lvl3pPr marL="9144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3pPr>
            <a:lvl4pPr marL="13716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4pPr>
            <a:lvl5pPr marL="18288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5pPr>
          </a:lstStyle>
          <a:p>
            <a:pPr lvl="0" eaLnBrk="1" hangingPunct="1"/>
            <a:fld id="{566ABCEB-ACFC-4714-9973-3DA970169C29}" type="datetime1">
              <a:rPr lang="en-US" altLang="en-US" sz="1200">
                <a:solidFill>
                  <a:srgbClr val="898989"/>
                </a:solidFill>
                <a:latin typeface="Calibri" pitchFamily="34" charset="0"/>
              </a:rPr>
              <a:pPr lvl="0" eaLnBrk="1" hangingPunct="1"/>
              <a:t>7/18/2026</a:t>
            </a:fld>
            <a:endParaRPr lang="en-US" altLang="en-US" sz="1200">
              <a:solidFill>
                <a:srgbClr val="898989"/>
              </a:solidFill>
              <a:latin typeface="Calibri" pitchFamily="34" charset="0"/>
            </a:endParaRPr>
          </a:p>
        </p:txBody>
      </p:sp>
      <p:sp>
        <p:nvSpPr>
          <p:cNvPr id="104866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ctr"/>
          <a:lstStyle>
            <a:lvl1pPr marL="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1pPr>
            <a:lvl2pPr marL="4572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2pPr>
            <a:lvl3pPr marL="9144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3pPr>
            <a:lvl4pPr marL="13716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4pPr>
            <a:lvl5pPr marL="18288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5pPr>
          </a:lstStyle>
          <a:p>
            <a:pPr lvl="0" algn="r" eaLnBrk="1" hangingPunct="1"/>
            <a:fld id="{566ABCEB-ACFC-4714-9973-3DA970169C29}" type="slidenum">
              <a:rPr lang="en-US" altLang="en-US" sz="1200">
                <a:solidFill>
                  <a:srgbClr val="898989"/>
                </a:solidFill>
                <a:latin typeface="Calibri" pitchFamily="34" charset="0"/>
              </a:rPr>
              <a:pPr lvl="0" algn="r" eaLnBrk="1" hangingPunct="1"/>
              <a:t>‹#›</a:t>
            </a:fld>
            <a:endParaRPr lang="en-US" altLang="en-US" sz="1200">
              <a:solidFill>
                <a:srgbClr val="898989"/>
              </a:solidFill>
              <a:latin typeface="Calibri" pitchFamily="34" charset="0"/>
            </a:endParaRPr>
          </a:p>
        </p:txBody>
      </p:sp>
      <p:sp>
        <p:nvSpPr>
          <p:cNvPr id="1048661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ctr"/>
          <a:lstStyle>
            <a:lvl1pPr marL="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1pPr>
            <a:lvl2pPr marL="4572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2pPr>
            <a:lvl3pPr marL="9144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3pPr>
            <a:lvl4pPr marL="13716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4pPr>
            <a:lvl5pPr marL="18288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5pPr>
          </a:lstStyle>
          <a:p>
            <a:pPr lvl="0" algn="ctr" eaLnBrk="1" hangingPunct="1"/>
            <a:endParaRPr lang="en-US" altLang="en-US" sz="1200">
              <a:solidFill>
                <a:srgbClr val="898989"/>
              </a:solidFill>
              <a:latin typeface="Calibri" pitchFamily="34" charset="0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678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79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80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81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82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ctr"/>
          <a:lstStyle>
            <a:lvl1pPr marL="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1pPr>
            <a:lvl2pPr marL="4572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2pPr>
            <a:lvl3pPr marL="9144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3pPr>
            <a:lvl4pPr marL="13716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4pPr>
            <a:lvl5pPr marL="18288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5pPr>
          </a:lstStyle>
          <a:p>
            <a:pPr lvl="0" eaLnBrk="1" hangingPunct="1"/>
            <a:fld id="{566ABCEB-ACFC-4714-9973-3DA970169C29}" type="datetime1">
              <a:rPr lang="en-US" altLang="en-US" sz="1200">
                <a:solidFill>
                  <a:srgbClr val="898989"/>
                </a:solidFill>
                <a:latin typeface="Calibri" pitchFamily="34" charset="0"/>
              </a:rPr>
              <a:pPr lvl="0" eaLnBrk="1" hangingPunct="1"/>
              <a:t>7/18/2026</a:t>
            </a:fld>
            <a:endParaRPr lang="en-US" altLang="en-US" sz="1200">
              <a:solidFill>
                <a:srgbClr val="898989"/>
              </a:solidFill>
              <a:latin typeface="Calibri" pitchFamily="34" charset="0"/>
            </a:endParaRPr>
          </a:p>
        </p:txBody>
      </p:sp>
      <p:sp>
        <p:nvSpPr>
          <p:cNvPr id="104868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ctr"/>
          <a:lstStyle>
            <a:lvl1pPr marL="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1pPr>
            <a:lvl2pPr marL="4572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2pPr>
            <a:lvl3pPr marL="9144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3pPr>
            <a:lvl4pPr marL="13716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4pPr>
            <a:lvl5pPr marL="18288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5pPr>
          </a:lstStyle>
          <a:p>
            <a:pPr lvl="0" algn="r" eaLnBrk="1" hangingPunct="1"/>
            <a:fld id="{566ABCEB-ACFC-4714-9973-3DA970169C29}" type="slidenum">
              <a:rPr lang="en-US" altLang="en-US" sz="1200">
                <a:solidFill>
                  <a:srgbClr val="898989"/>
                </a:solidFill>
                <a:latin typeface="Calibri" pitchFamily="34" charset="0"/>
              </a:rPr>
              <a:pPr lvl="0" algn="r" eaLnBrk="1" hangingPunct="1"/>
              <a:t>‹#›</a:t>
            </a:fld>
            <a:endParaRPr lang="en-US" altLang="en-US" sz="1200">
              <a:solidFill>
                <a:srgbClr val="898989"/>
              </a:solidFill>
              <a:latin typeface="Calibri" pitchFamily="34" charset="0"/>
            </a:endParaRPr>
          </a:p>
        </p:txBody>
      </p:sp>
      <p:sp>
        <p:nvSpPr>
          <p:cNvPr id="1048684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ctr"/>
          <a:lstStyle>
            <a:lvl1pPr marL="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1pPr>
            <a:lvl2pPr marL="4572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2pPr>
            <a:lvl3pPr marL="9144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3pPr>
            <a:lvl4pPr marL="13716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4pPr>
            <a:lvl5pPr marL="18288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5pPr>
          </a:lstStyle>
          <a:p>
            <a:pPr lvl="0" algn="ctr" eaLnBrk="1" hangingPunct="1"/>
            <a:endParaRPr lang="en-US" altLang="en-US" sz="1200">
              <a:solidFill>
                <a:srgbClr val="898989"/>
              </a:solidFill>
              <a:latin typeface="Calibri" pitchFamily="34" charset="0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67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ctr"/>
          <a:lstStyle>
            <a:lvl1pPr marL="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1pPr>
            <a:lvl2pPr marL="4572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2pPr>
            <a:lvl3pPr marL="9144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3pPr>
            <a:lvl4pPr marL="13716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4pPr>
            <a:lvl5pPr marL="18288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5pPr>
          </a:lstStyle>
          <a:p>
            <a:pPr lvl="0" eaLnBrk="1" hangingPunct="1"/>
            <a:fld id="{566ABCEB-ACFC-4714-9973-3DA970169C29}" type="datetime1">
              <a:rPr lang="en-US" altLang="en-US" sz="1200">
                <a:solidFill>
                  <a:srgbClr val="898989"/>
                </a:solidFill>
                <a:latin typeface="Calibri" pitchFamily="34" charset="0"/>
              </a:rPr>
              <a:pPr lvl="0" eaLnBrk="1" hangingPunct="1"/>
              <a:t>7/18/2026</a:t>
            </a:fld>
            <a:endParaRPr lang="en-US" altLang="en-US" sz="1200">
              <a:solidFill>
                <a:srgbClr val="898989"/>
              </a:solidFill>
              <a:latin typeface="Calibri" pitchFamily="34" charset="0"/>
            </a:endParaRPr>
          </a:p>
        </p:txBody>
      </p:sp>
      <p:sp>
        <p:nvSpPr>
          <p:cNvPr id="1048675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ctr"/>
          <a:lstStyle>
            <a:lvl1pPr marL="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1pPr>
            <a:lvl2pPr marL="4572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2pPr>
            <a:lvl3pPr marL="9144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3pPr>
            <a:lvl4pPr marL="13716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4pPr>
            <a:lvl5pPr marL="18288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5pPr>
          </a:lstStyle>
          <a:p>
            <a:pPr lvl="0" algn="r" eaLnBrk="1" hangingPunct="1"/>
            <a:fld id="{566ABCEB-ACFC-4714-9973-3DA970169C29}" type="slidenum">
              <a:rPr lang="en-US" altLang="en-US" sz="1200">
                <a:solidFill>
                  <a:srgbClr val="898989"/>
                </a:solidFill>
                <a:latin typeface="Calibri" pitchFamily="34" charset="0"/>
              </a:rPr>
              <a:pPr lvl="0" algn="r" eaLnBrk="1" hangingPunct="1"/>
              <a:t>‹#›</a:t>
            </a:fld>
            <a:endParaRPr lang="en-US" altLang="en-US" sz="1200">
              <a:solidFill>
                <a:srgbClr val="898989"/>
              </a:solidFill>
              <a:latin typeface="Calibri" pitchFamily="34" charset="0"/>
            </a:endParaRPr>
          </a:p>
        </p:txBody>
      </p:sp>
      <p:sp>
        <p:nvSpPr>
          <p:cNvPr id="1048676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ctr"/>
          <a:lstStyle>
            <a:lvl1pPr marL="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1pPr>
            <a:lvl2pPr marL="4572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2pPr>
            <a:lvl3pPr marL="9144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3pPr>
            <a:lvl4pPr marL="13716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4pPr>
            <a:lvl5pPr marL="18288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5pPr>
          </a:lstStyle>
          <a:p>
            <a:pPr lvl="0" algn="ctr" eaLnBrk="1" hangingPunct="1"/>
            <a:endParaRPr lang="en-US" altLang="en-US" sz="1200">
              <a:solidFill>
                <a:srgbClr val="898989"/>
              </a:solidFill>
              <a:latin typeface="Calibri" pitchFamily="34" charset="0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2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ctr"/>
          <a:lstStyle>
            <a:lvl1pPr marL="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1pPr>
            <a:lvl2pPr marL="4572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2pPr>
            <a:lvl3pPr marL="9144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3pPr>
            <a:lvl4pPr marL="13716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4pPr>
            <a:lvl5pPr marL="18288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5pPr>
          </a:lstStyle>
          <a:p>
            <a:pPr lvl="0" eaLnBrk="1" hangingPunct="1"/>
            <a:fld id="{566ABCEB-ACFC-4714-9973-3DA970169C29}" type="datetime1">
              <a:rPr lang="en-US" altLang="en-US" sz="1200">
                <a:solidFill>
                  <a:srgbClr val="898989"/>
                </a:solidFill>
                <a:latin typeface="Calibri" pitchFamily="34" charset="0"/>
              </a:rPr>
              <a:pPr lvl="0" eaLnBrk="1" hangingPunct="1"/>
              <a:t>7/18/2026</a:t>
            </a:fld>
            <a:endParaRPr lang="en-US" altLang="en-US" sz="1200">
              <a:solidFill>
                <a:srgbClr val="898989"/>
              </a:solidFill>
              <a:latin typeface="Calibri" pitchFamily="34" charset="0"/>
            </a:endParaRPr>
          </a:p>
        </p:txBody>
      </p:sp>
      <p:sp>
        <p:nvSpPr>
          <p:cNvPr id="104863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ctr"/>
          <a:lstStyle>
            <a:lvl1pPr marL="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1pPr>
            <a:lvl2pPr marL="4572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2pPr>
            <a:lvl3pPr marL="9144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3pPr>
            <a:lvl4pPr marL="13716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4pPr>
            <a:lvl5pPr marL="18288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5pPr>
          </a:lstStyle>
          <a:p>
            <a:pPr lvl="0" algn="r" eaLnBrk="1" hangingPunct="1"/>
            <a:fld id="{566ABCEB-ACFC-4714-9973-3DA970169C29}" type="slidenum">
              <a:rPr lang="en-US" altLang="en-US" sz="1200">
                <a:solidFill>
                  <a:srgbClr val="898989"/>
                </a:solidFill>
                <a:latin typeface="Calibri" pitchFamily="34" charset="0"/>
              </a:rPr>
              <a:pPr lvl="0" algn="r" eaLnBrk="1" hangingPunct="1"/>
              <a:t>‹#›</a:t>
            </a:fld>
            <a:endParaRPr lang="en-US" altLang="en-US" sz="1200">
              <a:solidFill>
                <a:srgbClr val="898989"/>
              </a:solidFill>
              <a:latin typeface="Calibri" pitchFamily="34" charset="0"/>
            </a:endParaRPr>
          </a:p>
        </p:txBody>
      </p:sp>
      <p:sp>
        <p:nvSpPr>
          <p:cNvPr id="1048634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ctr"/>
          <a:lstStyle>
            <a:lvl1pPr marL="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1pPr>
            <a:lvl2pPr marL="4572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2pPr>
            <a:lvl3pPr marL="9144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3pPr>
            <a:lvl4pPr marL="13716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4pPr>
            <a:lvl5pPr marL="18288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5pPr>
          </a:lstStyle>
          <a:p>
            <a:pPr lvl="0" algn="ctr" eaLnBrk="1" hangingPunct="1"/>
            <a:endParaRPr lang="en-US" altLang="en-US" sz="1200">
              <a:solidFill>
                <a:srgbClr val="898989"/>
              </a:solidFill>
              <a:latin typeface="Calibri" pitchFamily="34" charset="0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7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668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69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70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ctr"/>
          <a:lstStyle>
            <a:lvl1pPr marL="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1pPr>
            <a:lvl2pPr marL="4572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2pPr>
            <a:lvl3pPr marL="9144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3pPr>
            <a:lvl4pPr marL="13716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4pPr>
            <a:lvl5pPr marL="18288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5pPr>
          </a:lstStyle>
          <a:p>
            <a:pPr lvl="0" eaLnBrk="1" hangingPunct="1"/>
            <a:fld id="{566ABCEB-ACFC-4714-9973-3DA970169C29}" type="datetime1">
              <a:rPr lang="en-US" altLang="en-US" sz="1200">
                <a:solidFill>
                  <a:srgbClr val="898989"/>
                </a:solidFill>
                <a:latin typeface="Calibri" pitchFamily="34" charset="0"/>
              </a:rPr>
              <a:pPr lvl="0" eaLnBrk="1" hangingPunct="1"/>
              <a:t>7/18/2026</a:t>
            </a:fld>
            <a:endParaRPr lang="en-US" altLang="en-US" sz="1200">
              <a:solidFill>
                <a:srgbClr val="898989"/>
              </a:solidFill>
              <a:latin typeface="Calibri" pitchFamily="34" charset="0"/>
            </a:endParaRPr>
          </a:p>
        </p:txBody>
      </p:sp>
      <p:sp>
        <p:nvSpPr>
          <p:cNvPr id="1048671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ctr"/>
          <a:lstStyle>
            <a:lvl1pPr marL="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1pPr>
            <a:lvl2pPr marL="4572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2pPr>
            <a:lvl3pPr marL="9144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3pPr>
            <a:lvl4pPr marL="13716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4pPr>
            <a:lvl5pPr marL="18288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5pPr>
          </a:lstStyle>
          <a:p>
            <a:pPr lvl="0" algn="r" eaLnBrk="1" hangingPunct="1"/>
            <a:fld id="{566ABCEB-ACFC-4714-9973-3DA970169C29}" type="slidenum">
              <a:rPr lang="en-US" altLang="en-US" sz="1200">
                <a:solidFill>
                  <a:srgbClr val="898989"/>
                </a:solidFill>
                <a:latin typeface="Calibri" pitchFamily="34" charset="0"/>
              </a:rPr>
              <a:pPr lvl="0" algn="r" eaLnBrk="1" hangingPunct="1"/>
              <a:t>‹#›</a:t>
            </a:fld>
            <a:endParaRPr lang="en-US" altLang="en-US" sz="1200">
              <a:solidFill>
                <a:srgbClr val="898989"/>
              </a:solidFill>
              <a:latin typeface="Calibri" pitchFamily="34" charset="0"/>
            </a:endParaRPr>
          </a:p>
        </p:txBody>
      </p:sp>
      <p:sp>
        <p:nvSpPr>
          <p:cNvPr id="1048672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ctr"/>
          <a:lstStyle>
            <a:lvl1pPr marL="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1pPr>
            <a:lvl2pPr marL="4572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2pPr>
            <a:lvl3pPr marL="9144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3pPr>
            <a:lvl4pPr marL="13716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4pPr>
            <a:lvl5pPr marL="18288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5pPr>
          </a:lstStyle>
          <a:p>
            <a:pPr lvl="0" algn="ctr" eaLnBrk="1" hangingPunct="1"/>
            <a:endParaRPr lang="en-US" altLang="en-US" sz="1200">
              <a:solidFill>
                <a:srgbClr val="898989"/>
              </a:solidFill>
              <a:latin typeface="Calibri" pitchFamily="34" charset="0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0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641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48642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43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ctr"/>
          <a:lstStyle>
            <a:lvl1pPr marL="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1pPr>
            <a:lvl2pPr marL="4572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2pPr>
            <a:lvl3pPr marL="9144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3pPr>
            <a:lvl4pPr marL="13716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4pPr>
            <a:lvl5pPr marL="18288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5pPr>
          </a:lstStyle>
          <a:p>
            <a:pPr lvl="0" eaLnBrk="1" hangingPunct="1"/>
            <a:fld id="{566ABCEB-ACFC-4714-9973-3DA970169C29}" type="datetime1">
              <a:rPr lang="en-US" altLang="en-US" sz="1200">
                <a:solidFill>
                  <a:srgbClr val="898989"/>
                </a:solidFill>
                <a:latin typeface="Calibri" pitchFamily="34" charset="0"/>
              </a:rPr>
              <a:pPr lvl="0" eaLnBrk="1" hangingPunct="1"/>
              <a:t>7/18/2026</a:t>
            </a:fld>
            <a:endParaRPr lang="en-US" altLang="en-US" sz="1200">
              <a:solidFill>
                <a:srgbClr val="898989"/>
              </a:solidFill>
              <a:latin typeface="Calibri" pitchFamily="34" charset="0"/>
            </a:endParaRPr>
          </a:p>
        </p:txBody>
      </p:sp>
      <p:sp>
        <p:nvSpPr>
          <p:cNvPr id="1048644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ctr"/>
          <a:lstStyle>
            <a:lvl1pPr marL="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1pPr>
            <a:lvl2pPr marL="4572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2pPr>
            <a:lvl3pPr marL="9144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3pPr>
            <a:lvl4pPr marL="13716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4pPr>
            <a:lvl5pPr marL="18288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5pPr>
          </a:lstStyle>
          <a:p>
            <a:pPr lvl="0" algn="r" eaLnBrk="1" hangingPunct="1"/>
            <a:fld id="{566ABCEB-ACFC-4714-9973-3DA970169C29}" type="slidenum">
              <a:rPr lang="en-US" altLang="en-US" sz="1200">
                <a:solidFill>
                  <a:srgbClr val="898989"/>
                </a:solidFill>
                <a:latin typeface="Calibri" pitchFamily="34" charset="0"/>
              </a:rPr>
              <a:pPr lvl="0" algn="r" eaLnBrk="1" hangingPunct="1"/>
              <a:t>‹#›</a:t>
            </a:fld>
            <a:endParaRPr lang="en-US" altLang="en-US" sz="1200">
              <a:solidFill>
                <a:srgbClr val="898989"/>
              </a:solidFill>
              <a:latin typeface="Calibri" pitchFamily="34" charset="0"/>
            </a:endParaRPr>
          </a:p>
        </p:txBody>
      </p:sp>
      <p:sp>
        <p:nvSpPr>
          <p:cNvPr id="104864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ctr"/>
          <a:lstStyle>
            <a:lvl1pPr marL="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1pPr>
            <a:lvl2pPr marL="4572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2pPr>
            <a:lvl3pPr marL="9144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3pPr>
            <a:lvl4pPr marL="13716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4pPr>
            <a:lvl5pPr marL="18288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5pPr>
          </a:lstStyle>
          <a:p>
            <a:pPr lvl="0" algn="ctr" eaLnBrk="1" hangingPunct="1"/>
            <a:endParaRPr lang="en-US" altLang="en-US" sz="1200">
              <a:solidFill>
                <a:srgbClr val="898989"/>
              </a:solidFill>
              <a:latin typeface="Calibri" pitchFamily="34" charset="0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647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48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ctr"/>
          <a:lstStyle>
            <a:lvl1pPr marL="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1pPr>
            <a:lvl2pPr marL="4572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2pPr>
            <a:lvl3pPr marL="9144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3pPr>
            <a:lvl4pPr marL="13716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4pPr>
            <a:lvl5pPr marL="18288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5pPr>
          </a:lstStyle>
          <a:p>
            <a:pPr lvl="0" eaLnBrk="1" hangingPunct="1"/>
            <a:fld id="{566ABCEB-ACFC-4714-9973-3DA970169C29}" type="datetime1">
              <a:rPr lang="en-US" altLang="en-US" sz="1200">
                <a:solidFill>
                  <a:srgbClr val="898989"/>
                </a:solidFill>
                <a:latin typeface="Calibri" pitchFamily="34" charset="0"/>
              </a:rPr>
              <a:pPr lvl="0" eaLnBrk="1" hangingPunct="1"/>
              <a:t>7/18/2026</a:t>
            </a:fld>
            <a:endParaRPr lang="en-US" altLang="en-US" sz="1200">
              <a:solidFill>
                <a:srgbClr val="898989"/>
              </a:solidFill>
              <a:latin typeface="Calibri" pitchFamily="34" charset="0"/>
            </a:endParaRPr>
          </a:p>
        </p:txBody>
      </p:sp>
      <p:sp>
        <p:nvSpPr>
          <p:cNvPr id="104864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ctr"/>
          <a:lstStyle>
            <a:lvl1pPr marL="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1pPr>
            <a:lvl2pPr marL="4572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2pPr>
            <a:lvl3pPr marL="9144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3pPr>
            <a:lvl4pPr marL="13716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4pPr>
            <a:lvl5pPr marL="18288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5pPr>
          </a:lstStyle>
          <a:p>
            <a:pPr lvl="0" algn="r" eaLnBrk="1" hangingPunct="1"/>
            <a:fld id="{566ABCEB-ACFC-4714-9973-3DA970169C29}" type="slidenum">
              <a:rPr lang="en-US" altLang="en-US" sz="1200">
                <a:solidFill>
                  <a:srgbClr val="898989"/>
                </a:solidFill>
                <a:latin typeface="Calibri" pitchFamily="34" charset="0"/>
              </a:rPr>
              <a:pPr lvl="0" algn="r" eaLnBrk="1" hangingPunct="1"/>
              <a:t>‹#›</a:t>
            </a:fld>
            <a:endParaRPr lang="en-US" altLang="en-US" sz="1200">
              <a:solidFill>
                <a:srgbClr val="898989"/>
              </a:solidFill>
              <a:latin typeface="Calibri" pitchFamily="34" charset="0"/>
            </a:endParaRPr>
          </a:p>
        </p:txBody>
      </p:sp>
      <p:sp>
        <p:nvSpPr>
          <p:cNvPr id="1048650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ctr"/>
          <a:lstStyle>
            <a:lvl1pPr marL="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1pPr>
            <a:lvl2pPr marL="4572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2pPr>
            <a:lvl3pPr marL="9144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3pPr>
            <a:lvl4pPr marL="13716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4pPr>
            <a:lvl5pPr marL="18288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5pPr>
          </a:lstStyle>
          <a:p>
            <a:pPr lvl="0" algn="ctr" eaLnBrk="1" hangingPunct="1"/>
            <a:endParaRPr lang="en-US" altLang="en-US" sz="1200">
              <a:solidFill>
                <a:srgbClr val="898989"/>
              </a:solidFill>
              <a:latin typeface="Calibri" pitchFamily="34" charset="0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1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652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53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ctr"/>
          <a:lstStyle>
            <a:lvl1pPr marL="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1pPr>
            <a:lvl2pPr marL="4572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2pPr>
            <a:lvl3pPr marL="9144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3pPr>
            <a:lvl4pPr marL="13716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4pPr>
            <a:lvl5pPr marL="18288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5pPr>
          </a:lstStyle>
          <a:p>
            <a:pPr lvl="0" eaLnBrk="1" hangingPunct="1"/>
            <a:fld id="{566ABCEB-ACFC-4714-9973-3DA970169C29}" type="datetime1">
              <a:rPr lang="en-US" altLang="en-US" sz="1200">
                <a:solidFill>
                  <a:srgbClr val="898989"/>
                </a:solidFill>
                <a:latin typeface="Calibri" pitchFamily="34" charset="0"/>
              </a:rPr>
              <a:pPr lvl="0" eaLnBrk="1" hangingPunct="1"/>
              <a:t>7/18/2026</a:t>
            </a:fld>
            <a:endParaRPr lang="en-US" altLang="en-US" sz="1200">
              <a:solidFill>
                <a:srgbClr val="898989"/>
              </a:solidFill>
              <a:latin typeface="Calibri" pitchFamily="34" charset="0"/>
            </a:endParaRPr>
          </a:p>
        </p:txBody>
      </p:sp>
      <p:sp>
        <p:nvSpPr>
          <p:cNvPr id="1048654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ctr"/>
          <a:lstStyle>
            <a:lvl1pPr marL="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1pPr>
            <a:lvl2pPr marL="4572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2pPr>
            <a:lvl3pPr marL="9144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3pPr>
            <a:lvl4pPr marL="13716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4pPr>
            <a:lvl5pPr marL="18288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5pPr>
          </a:lstStyle>
          <a:p>
            <a:pPr lvl="0" algn="r" eaLnBrk="1" hangingPunct="1"/>
            <a:fld id="{566ABCEB-ACFC-4714-9973-3DA970169C29}" type="slidenum">
              <a:rPr lang="en-US" altLang="en-US" sz="1200">
                <a:solidFill>
                  <a:srgbClr val="898989"/>
                </a:solidFill>
                <a:latin typeface="Calibri" pitchFamily="34" charset="0"/>
              </a:rPr>
              <a:pPr lvl="0" algn="r" eaLnBrk="1" hangingPunct="1"/>
              <a:t>‹#›</a:t>
            </a:fld>
            <a:endParaRPr lang="en-US" altLang="en-US" sz="1200">
              <a:solidFill>
                <a:srgbClr val="898989"/>
              </a:solidFill>
              <a:latin typeface="Calibri" pitchFamily="34" charset="0"/>
            </a:endParaRPr>
          </a:p>
        </p:txBody>
      </p:sp>
      <p:sp>
        <p:nvSpPr>
          <p:cNvPr id="104865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ctr"/>
          <a:lstStyle>
            <a:lvl1pPr marL="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1pPr>
            <a:lvl2pPr marL="4572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2pPr>
            <a:lvl3pPr marL="9144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3pPr>
            <a:lvl4pPr marL="13716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4pPr>
            <a:lvl5pPr marL="18288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5pPr>
          </a:lstStyle>
          <a:p>
            <a:pPr lvl="0" algn="ctr" eaLnBrk="1" hangingPunct="1"/>
            <a:endParaRPr lang="en-US" altLang="en-US" sz="1200">
              <a:solidFill>
                <a:srgbClr val="898989"/>
              </a:solidFill>
              <a:latin typeface="Calibri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Title Placeholder 1"/>
          <p:cNvSpPr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ctr"/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48577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t"/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48578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ctr"/>
          <a:lstStyle>
            <a:lvl1pPr marL="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1pPr>
            <a:lvl2pPr marL="4572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2pPr>
            <a:lvl3pPr marL="9144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3pPr>
            <a:lvl4pPr marL="13716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4pPr>
            <a:lvl5pPr marL="18288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5pPr>
          </a:lstStyle>
          <a:p>
            <a:pPr lvl="0" eaLnBrk="1" hangingPunct="1"/>
            <a:fld id="{566ABCEB-ACFC-4714-9973-3DA970169C29}" type="datetime1">
              <a:rPr lang="en-US" altLang="en-US" sz="1200">
                <a:solidFill>
                  <a:srgbClr val="898989"/>
                </a:solidFill>
                <a:latin typeface="Calibri" pitchFamily="34" charset="0"/>
              </a:rPr>
              <a:pPr lvl="0" eaLnBrk="1" hangingPunct="1"/>
              <a:t>7/18/2026</a:t>
            </a:fld>
            <a:endParaRPr lang="en-US" altLang="en-US" sz="1200">
              <a:solidFill>
                <a:srgbClr val="898989"/>
              </a:solidFill>
              <a:latin typeface="Calibri" pitchFamily="34" charset="0"/>
            </a:endParaRPr>
          </a:p>
        </p:txBody>
      </p:sp>
      <p:sp>
        <p:nvSpPr>
          <p:cNvPr id="104857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ctr"/>
          <a:lstStyle>
            <a:lvl1pPr marL="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1pPr>
            <a:lvl2pPr marL="4572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2pPr>
            <a:lvl3pPr marL="9144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3pPr>
            <a:lvl4pPr marL="13716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4pPr>
            <a:lvl5pPr marL="18288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5pPr>
          </a:lstStyle>
          <a:p>
            <a:pPr lvl="0" algn="ctr" eaLnBrk="1" hangingPunct="1"/>
            <a:endParaRPr lang="en-US" altLang="en-US" sz="1200">
              <a:solidFill>
                <a:srgbClr val="898989"/>
              </a:solidFill>
              <a:latin typeface="Calibri" pitchFamily="34" charset="0"/>
            </a:endParaRPr>
          </a:p>
        </p:txBody>
      </p:sp>
      <p:sp>
        <p:nvSpPr>
          <p:cNvPr id="104858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ctr"/>
          <a:lstStyle>
            <a:lvl1pPr marL="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1pPr>
            <a:lvl2pPr marL="4572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2pPr>
            <a:lvl3pPr marL="9144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3pPr>
            <a:lvl4pPr marL="13716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4pPr>
            <a:lvl5pPr marL="18288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5pPr>
          </a:lstStyle>
          <a:p>
            <a:pPr lvl="0" algn="r" eaLnBrk="1" hangingPunct="1"/>
            <a:fld id="{566ABCEB-ACFC-4714-9973-3DA970169C29}" type="slidenum">
              <a:rPr lang="en-US" altLang="en-US" sz="1200">
                <a:solidFill>
                  <a:srgbClr val="898989"/>
                </a:solidFill>
                <a:latin typeface="Calibri" pitchFamily="34" charset="0"/>
              </a:rPr>
              <a:pPr lvl="0" algn="r" eaLnBrk="1" hangingPunct="1"/>
              <a:t>‹#›</a:t>
            </a:fld>
            <a:endParaRPr lang="en-US" altLang="en-US" sz="1200">
              <a:solidFill>
                <a:srgbClr val="898989"/>
              </a:solidFill>
              <a:latin typeface="Calibri" pitchFamily="34" charset="0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hf sldNum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0" name="Title Placeholder 1"/>
          <p:cNvSpPr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ctr"/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48621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t"/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48622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ctr"/>
          <a:lstStyle>
            <a:lvl1pPr marL="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1pPr>
            <a:lvl2pPr marL="4572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2pPr>
            <a:lvl3pPr marL="9144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3pPr>
            <a:lvl4pPr marL="13716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4pPr>
            <a:lvl5pPr marL="18288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5pPr>
          </a:lstStyle>
          <a:p>
            <a:pPr lvl="0" eaLnBrk="1" hangingPunct="1"/>
            <a:fld id="{566ABCEB-ACFC-4714-9973-3DA970169C29}" type="datetime1">
              <a:rPr lang="en-US" altLang="en-US" sz="1200">
                <a:solidFill>
                  <a:srgbClr val="898989"/>
                </a:solidFill>
                <a:latin typeface="Calibri" pitchFamily="34" charset="0"/>
              </a:rPr>
              <a:pPr lvl="0" eaLnBrk="1" hangingPunct="1"/>
              <a:t>7/18/2026</a:t>
            </a:fld>
            <a:endParaRPr lang="en-US" altLang="en-US" sz="1200">
              <a:solidFill>
                <a:srgbClr val="898989"/>
              </a:solidFill>
              <a:latin typeface="Calibri" pitchFamily="34" charset="0"/>
            </a:endParaRPr>
          </a:p>
        </p:txBody>
      </p:sp>
      <p:sp>
        <p:nvSpPr>
          <p:cNvPr id="1048623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ctr"/>
          <a:lstStyle>
            <a:lvl1pPr marL="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1pPr>
            <a:lvl2pPr marL="4572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2pPr>
            <a:lvl3pPr marL="9144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3pPr>
            <a:lvl4pPr marL="13716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4pPr>
            <a:lvl5pPr marL="18288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5pPr>
          </a:lstStyle>
          <a:p>
            <a:pPr lvl="0" algn="ctr" eaLnBrk="1" hangingPunct="1"/>
            <a:endParaRPr lang="en-US" altLang="en-US" sz="1200">
              <a:solidFill>
                <a:srgbClr val="898989"/>
              </a:solidFill>
              <a:latin typeface="Calibri" pitchFamily="34" charset="0"/>
            </a:endParaRPr>
          </a:p>
        </p:txBody>
      </p:sp>
      <p:sp>
        <p:nvSpPr>
          <p:cNvPr id="1048624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ctr"/>
          <a:lstStyle>
            <a:lvl1pPr marL="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1pPr>
            <a:lvl2pPr marL="4572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2pPr>
            <a:lvl3pPr marL="9144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3pPr>
            <a:lvl4pPr marL="13716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4pPr>
            <a:lvl5pPr marL="18288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5pPr>
          </a:lstStyle>
          <a:p>
            <a:pPr lvl="0" algn="r" eaLnBrk="1" hangingPunct="1"/>
            <a:fld id="{566ABCEB-ACFC-4714-9973-3DA970169C29}" type="slidenum">
              <a:rPr lang="en-US" altLang="en-US" sz="1200">
                <a:solidFill>
                  <a:srgbClr val="898989"/>
                </a:solidFill>
                <a:latin typeface="Calibri" pitchFamily="34" charset="0"/>
              </a:rPr>
              <a:pPr lvl="0" algn="r" eaLnBrk="1" hangingPunct="1"/>
              <a:t>‹#›</a:t>
            </a:fld>
            <a:endParaRPr lang="en-US" altLang="en-US" sz="1200">
              <a:solidFill>
                <a:srgbClr val="898989"/>
              </a:solidFill>
              <a:latin typeface="Calibri" pitchFamily="34" charset="0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7" name="Title 1"/>
          <p:cNvSpPr>
            <a:spLocks noGrp="1"/>
          </p:cNvSpPr>
          <p:nvPr>
            <p:ph type="ctrTitle"/>
          </p:nvPr>
        </p:nvSpPr>
        <p:spPr>
          <a:xfrm>
            <a:off x="685800" y="1143000"/>
            <a:ext cx="7772400" cy="106680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ctr"/>
          <a:lstStyle>
            <a:lvl1pPr algn="ctr">
              <a:defRPr sz="4400"/>
            </a:lvl1pPr>
          </a:lstStyle>
          <a:p>
            <a:pPr lvl="0" eaLnBrk="1" hangingPunct="1"/>
            <a:r>
              <a:rPr lang="en-US" altLang="en-US"/>
              <a:t>SEMAINE 8</a:t>
            </a:r>
            <a:br>
              <a:rPr lang="en-US" altLang="en-US"/>
            </a:br>
            <a:r>
              <a:rPr lang="fr-FR" altLang="en-US" b="1"/>
              <a:t>LA BANQUE </a:t>
            </a:r>
          </a:p>
        </p:txBody>
      </p:sp>
      <p:sp>
        <p:nvSpPr>
          <p:cNvPr id="1048598" name="Subtitle 2"/>
          <p:cNvSpPr>
            <a:spLocks noGrp="1"/>
          </p:cNvSpPr>
          <p:nvPr>
            <p:ph type="subTitle" idx="1"/>
          </p:nvPr>
        </p:nvSpPr>
        <p:spPr>
          <a:xfrm>
            <a:off x="0" y="3048000"/>
            <a:ext cx="9144000" cy="320040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t"/>
          <a:lstStyle>
            <a:lvl1pPr marL="0" algn="ctr">
              <a:buNone/>
              <a:defRPr sz="3200">
                <a:solidFill>
                  <a:schemeClr val="dk1"/>
                </a:solidFill>
              </a:defRPr>
            </a:lvl1pPr>
            <a:lvl2pPr marL="457200" algn="ctr">
              <a:buNone/>
            </a:lvl2pPr>
            <a:lvl3pPr marL="914400" algn="ctr">
              <a:buNone/>
            </a:lvl3pPr>
            <a:lvl4pPr marL="1371600" algn="ctr">
              <a:buNone/>
            </a:lvl4pPr>
            <a:lvl5pPr marL="1828800" algn="ctr">
              <a:buNone/>
            </a:lvl5pPr>
          </a:lstStyle>
          <a:p>
            <a:pPr lvl="0" eaLnBrk="1" hangingPunct="1"/>
            <a:endParaRPr lang="en-US" altLang="en-US">
              <a:latin typeface="Times New Roman" pitchFamily="18" charset="0"/>
              <a:ea typeface="Times New Roman" pitchFamily="18" charset="0"/>
            </a:endParaRPr>
          </a:p>
        </p:txBody>
      </p:sp>
      <p:sp>
        <p:nvSpPr>
          <p:cNvPr id="1048599" name="Sous-titre 1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t"/>
          <a:lstStyle>
            <a:lvl1pPr marL="0" algn="ctr">
              <a:buNone/>
              <a:defRPr sz="3200">
                <a:solidFill>
                  <a:schemeClr val="dk1"/>
                </a:solidFill>
              </a:defRPr>
            </a:lvl1pPr>
            <a:lvl2pPr marL="457200" algn="ctr">
              <a:buNone/>
            </a:lvl2pPr>
            <a:lvl3pPr marL="914400" algn="ctr">
              <a:buNone/>
            </a:lvl3pPr>
            <a:lvl4pPr marL="1371600" algn="ctr">
              <a:buNone/>
            </a:lvl4pPr>
            <a:lvl5pPr marL="1828800" algn="ctr">
              <a:buNone/>
            </a:lvl5pPr>
          </a:lstStyle>
          <a:p>
            <a:pPr lvl="0"/>
            <a:endParaRPr lang="en-US" altLang="en-US">
              <a:solidFill>
                <a:srgbClr val="898989"/>
              </a:solidFill>
            </a:endParaRPr>
          </a:p>
        </p:txBody>
      </p:sp>
      <p:pic>
        <p:nvPicPr>
          <p:cNvPr id="2097153" name="Image 3" descr="Une image contenant bâtiment, plein air, ciel, route  Le contenu généré par l’IA peut être incorrect."/>
          <p:cNvPicPr>
            <a:picLocks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85800" y="2286000"/>
            <a:ext cx="7772400" cy="411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0" name="Content Placeholder 2"/>
          <p:cNvSpPr>
            <a:spLocks noGrp="1"/>
          </p:cNvSpPr>
          <p:nvPr>
            <p:ph idx="1"/>
          </p:nvPr>
        </p:nvSpPr>
        <p:spPr>
          <a:xfrm>
            <a:off x="304800" y="152400"/>
            <a:ext cx="8610600" cy="5973762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t"/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Arial" charset="0"/>
              <a:buChar char="•"/>
              <a:defRPr sz="32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Arial" charset="0"/>
              <a:buChar char="–"/>
              <a:defRPr sz="2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Arial" charset="0"/>
              <a:buChar char="•"/>
              <a:defRPr sz="24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Arial" charset="0"/>
              <a:buChar char="–"/>
              <a:defRPr sz="20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Arial" charset="0"/>
              <a:buChar char="»"/>
              <a:defRPr sz="20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5pPr>
          </a:lstStyle>
          <a:p>
            <a:pPr marL="0" lvl="0" indent="0" algn="ctr" eaLnBrk="1" hangingPunct="1">
              <a:buNone/>
            </a:pPr>
            <a:r>
              <a:rPr lang="fr-FR" altLang="en-US" b="1" dirty="0">
                <a:latin typeface="Times New Roman" pitchFamily="18" charset="0"/>
                <a:ea typeface="Times New Roman" pitchFamily="18" charset="0"/>
              </a:rPr>
              <a:t>OBJECTIF</a:t>
            </a:r>
          </a:p>
          <a:p>
            <a:pPr marL="0" lvl="0" indent="0" algn="ctr" eaLnBrk="1" hangingPunct="1">
              <a:buNone/>
            </a:pPr>
            <a:endParaRPr lang="fr-FR" altLang="en-US" b="1" dirty="0">
              <a:latin typeface="Times New Roman" pitchFamily="18" charset="0"/>
              <a:ea typeface="Times New Roman" pitchFamily="18" charset="0"/>
            </a:endParaRPr>
          </a:p>
          <a:p>
            <a:pPr marL="0" lvl="0" indent="0" eaLnBrk="1" hangingPunct="1">
              <a:buNone/>
            </a:pPr>
            <a:r>
              <a:rPr lang="fr-FR" altLang="en-US" dirty="0">
                <a:latin typeface="Times New Roman" pitchFamily="18" charset="0"/>
                <a:ea typeface="Times New Roman" pitchFamily="18" charset="0"/>
              </a:rPr>
              <a:t>By the end of the </a:t>
            </a:r>
            <a:r>
              <a:rPr lang="fr-FR" altLang="en-US" dirty="0" err="1">
                <a:latin typeface="Times New Roman" pitchFamily="18" charset="0"/>
                <a:ea typeface="Times New Roman" pitchFamily="18" charset="0"/>
              </a:rPr>
              <a:t>lesson</a:t>
            </a:r>
            <a:r>
              <a:rPr lang="fr-FR" altLang="en-US" dirty="0">
                <a:latin typeface="Times New Roman" pitchFamily="18" charset="0"/>
                <a:ea typeface="Times New Roman" pitchFamily="18" charset="0"/>
              </a:rPr>
              <a:t>, the </a:t>
            </a:r>
            <a:r>
              <a:rPr lang="fr-FR" altLang="en-US" dirty="0" err="1">
                <a:latin typeface="Times New Roman" pitchFamily="18" charset="0"/>
                <a:ea typeface="Times New Roman" pitchFamily="18" charset="0"/>
              </a:rPr>
              <a:t>learner</a:t>
            </a:r>
            <a:r>
              <a:rPr lang="fr-FR" altLang="en-US" dirty="0">
                <a:latin typeface="Times New Roman" pitchFamily="18" charset="0"/>
                <a:ea typeface="Times New Roman" pitchFamily="18" charset="0"/>
              </a:rPr>
              <a:t> </a:t>
            </a:r>
            <a:r>
              <a:rPr lang="fr-FR" altLang="en-US" dirty="0" err="1">
                <a:latin typeface="Times New Roman" pitchFamily="18" charset="0"/>
                <a:ea typeface="Times New Roman" pitchFamily="18" charset="0"/>
              </a:rPr>
              <a:t>should</a:t>
            </a:r>
            <a:r>
              <a:rPr lang="fr-FR" altLang="en-US" dirty="0">
                <a:latin typeface="Times New Roman" pitchFamily="18" charset="0"/>
                <a:ea typeface="Times New Roman" pitchFamily="18" charset="0"/>
              </a:rPr>
              <a:t> </a:t>
            </a:r>
            <a:r>
              <a:rPr lang="fr-FR" altLang="en-US" dirty="0" err="1">
                <a:latin typeface="Times New Roman" pitchFamily="18" charset="0"/>
                <a:ea typeface="Times New Roman" pitchFamily="18" charset="0"/>
              </a:rPr>
              <a:t>be</a:t>
            </a:r>
            <a:r>
              <a:rPr lang="fr-FR" altLang="en-US" dirty="0">
                <a:latin typeface="Times New Roman" pitchFamily="18" charset="0"/>
                <a:ea typeface="Times New Roman" pitchFamily="18" charset="0"/>
              </a:rPr>
              <a:t> able to:</a:t>
            </a:r>
          </a:p>
          <a:p>
            <a:pPr marL="0" lvl="0" indent="0" eaLnBrk="1" hangingPunct="1">
              <a:buFont typeface="Arial" charset="0"/>
              <a:buAutoNum type="arabicPeriod"/>
            </a:pPr>
            <a:r>
              <a:rPr lang="fr-FR" altLang="en-US" dirty="0">
                <a:latin typeface="Times New Roman" pitchFamily="18" charset="0"/>
                <a:ea typeface="Times New Roman" pitchFamily="18" charset="0"/>
              </a:rPr>
              <a:t> </a:t>
            </a:r>
            <a:r>
              <a:rPr lang="fr-FR" altLang="en-US" dirty="0" err="1">
                <a:latin typeface="Times New Roman" pitchFamily="18" charset="0"/>
                <a:ea typeface="Times New Roman" pitchFamily="18" charset="0"/>
              </a:rPr>
              <a:t>Identify</a:t>
            </a:r>
            <a:r>
              <a:rPr lang="fr-FR" altLang="en-US" dirty="0">
                <a:latin typeface="Times New Roman" pitchFamily="18" charset="0"/>
                <a:ea typeface="Times New Roman" pitchFamily="18" charset="0"/>
              </a:rPr>
              <a:t> and </a:t>
            </a:r>
            <a:r>
              <a:rPr lang="fr-FR" altLang="en-US" dirty="0" err="1">
                <a:latin typeface="Times New Roman" pitchFamily="18" charset="0"/>
                <a:ea typeface="Times New Roman" pitchFamily="18" charset="0"/>
              </a:rPr>
              <a:t>differenciate</a:t>
            </a:r>
            <a:r>
              <a:rPr lang="fr-FR" altLang="en-US" dirty="0">
                <a:latin typeface="Times New Roman" pitchFamily="18" charset="0"/>
                <a:ea typeface="Times New Roman" pitchFamily="18" charset="0"/>
              </a:rPr>
              <a:t> </a:t>
            </a:r>
            <a:r>
              <a:rPr lang="fr-FR" altLang="en-US" dirty="0" err="1">
                <a:latin typeface="Times New Roman" pitchFamily="18" charset="0"/>
                <a:ea typeface="Times New Roman" pitchFamily="18" charset="0"/>
              </a:rPr>
              <a:t>between</a:t>
            </a:r>
            <a:r>
              <a:rPr lang="fr-FR" altLang="en-US" dirty="0">
                <a:latin typeface="Times New Roman" pitchFamily="18" charset="0"/>
                <a:ea typeface="Times New Roman" pitchFamily="18" charset="0"/>
              </a:rPr>
              <a:t> the </a:t>
            </a:r>
            <a:r>
              <a:rPr lang="fr-FR" altLang="en-US" dirty="0" err="1">
                <a:latin typeface="Times New Roman" pitchFamily="18" charset="0"/>
                <a:ea typeface="Times New Roman" pitchFamily="18" charset="0"/>
              </a:rPr>
              <a:t>various</a:t>
            </a:r>
            <a:r>
              <a:rPr lang="fr-FR" altLang="en-US" dirty="0">
                <a:latin typeface="Times New Roman" pitchFamily="18" charset="0"/>
                <a:ea typeface="Times New Roman" pitchFamily="18" charset="0"/>
              </a:rPr>
              <a:t> </a:t>
            </a:r>
            <a:r>
              <a:rPr lang="fr-FR" altLang="en-US" dirty="0" err="1">
                <a:latin typeface="Times New Roman" pitchFamily="18" charset="0"/>
                <a:ea typeface="Times New Roman" pitchFamily="18" charset="0"/>
              </a:rPr>
              <a:t>banks</a:t>
            </a:r>
            <a:r>
              <a:rPr lang="fr-FR" altLang="en-US" dirty="0">
                <a:latin typeface="Times New Roman" pitchFamily="18" charset="0"/>
                <a:ea typeface="Times New Roman" pitchFamily="18" charset="0"/>
              </a:rPr>
              <a:t> in French</a:t>
            </a:r>
          </a:p>
          <a:p>
            <a:pPr marL="0" lvl="0" indent="0" eaLnBrk="1" hangingPunct="1">
              <a:buFont typeface="Arial" charset="0"/>
              <a:buAutoNum type="arabicPeriod"/>
            </a:pPr>
            <a:r>
              <a:rPr lang="fr-FR" altLang="en-US" dirty="0">
                <a:latin typeface="Times New Roman" pitchFamily="18" charset="0"/>
                <a:ea typeface="Times New Roman" pitchFamily="18" charset="0"/>
              </a:rPr>
              <a:t> Use basic expressions on </a:t>
            </a:r>
            <a:r>
              <a:rPr lang="fr-FR" altLang="en-US" dirty="0" err="1">
                <a:latin typeface="Times New Roman" pitchFamily="18" charset="0"/>
                <a:ea typeface="Times New Roman" pitchFamily="18" charset="0"/>
              </a:rPr>
              <a:t>banking</a:t>
            </a:r>
            <a:r>
              <a:rPr lang="fr-FR" altLang="en-US" dirty="0">
                <a:latin typeface="Times New Roman" pitchFamily="18" charset="0"/>
                <a:ea typeface="Times New Roman" pitchFamily="18" charset="0"/>
              </a:rPr>
              <a:t> transactions</a:t>
            </a:r>
          </a:p>
          <a:p>
            <a:pPr marL="0" lvl="0" indent="0" eaLnBrk="1" hangingPunct="1">
              <a:buFont typeface="Arial" charset="0"/>
              <a:buAutoNum type="arabicPeriod"/>
            </a:pPr>
            <a:r>
              <a:rPr lang="fr-FR" altLang="en-US" dirty="0">
                <a:latin typeface="Times New Roman" pitchFamily="18" charset="0"/>
                <a:ea typeface="Times New Roman" pitchFamily="18" charset="0"/>
              </a:rPr>
              <a:t> Know the types of </a:t>
            </a:r>
            <a:r>
              <a:rPr lang="fr-FR" altLang="en-US" dirty="0" err="1">
                <a:latin typeface="Times New Roman" pitchFamily="18" charset="0"/>
                <a:ea typeface="Times New Roman" pitchFamily="18" charset="0"/>
              </a:rPr>
              <a:t>cheques</a:t>
            </a:r>
            <a:endParaRPr lang="fr-FR" altLang="en-US" dirty="0">
              <a:latin typeface="Times New Roman" pitchFamily="18" charset="0"/>
              <a:ea typeface="Times New Roman" pitchFamily="18" charset="0"/>
            </a:endParaRPr>
          </a:p>
          <a:p>
            <a:pPr marL="0" lvl="0" indent="0" eaLnBrk="1" hangingPunct="1">
              <a:buFont typeface="Arial" charset="0"/>
              <a:buAutoNum type="arabicPeriod"/>
            </a:pPr>
            <a:r>
              <a:rPr lang="fr-FR" altLang="en-US" dirty="0">
                <a:latin typeface="Times New Roman" pitchFamily="18" charset="0"/>
                <a:ea typeface="Times New Roman" pitchFamily="18" charset="0"/>
              </a:rPr>
              <a:t> </a:t>
            </a:r>
            <a:r>
              <a:rPr lang="fr-FR" altLang="en-US" dirty="0" err="1">
                <a:latin typeface="Times New Roman" pitchFamily="18" charset="0"/>
                <a:ea typeface="Times New Roman" pitchFamily="18" charset="0"/>
              </a:rPr>
              <a:t>Revise</a:t>
            </a:r>
            <a:r>
              <a:rPr lang="fr-FR" altLang="en-US" dirty="0">
                <a:latin typeface="Times New Roman" pitchFamily="18" charset="0"/>
                <a:ea typeface="Times New Roman" pitchFamily="18" charset="0"/>
              </a:rPr>
              <a:t> </a:t>
            </a:r>
            <a:r>
              <a:rPr lang="fr-FR" altLang="en-US" dirty="0" err="1">
                <a:latin typeface="Times New Roman" pitchFamily="18" charset="0"/>
                <a:ea typeface="Times New Roman" pitchFamily="18" charset="0"/>
              </a:rPr>
              <a:t>verbs</a:t>
            </a:r>
            <a:r>
              <a:rPr lang="fr-FR" altLang="en-US" dirty="0">
                <a:latin typeface="Times New Roman" pitchFamily="18" charset="0"/>
                <a:ea typeface="Times New Roman" pitchFamily="18" charset="0"/>
              </a:rPr>
              <a:t>, </a:t>
            </a:r>
            <a:r>
              <a:rPr lang="fr-FR" altLang="en-US" dirty="0" err="1">
                <a:latin typeface="Times New Roman" pitchFamily="18" charset="0"/>
                <a:ea typeface="Times New Roman" pitchFamily="18" charset="0"/>
              </a:rPr>
              <a:t>especially</a:t>
            </a:r>
            <a:r>
              <a:rPr lang="fr-FR" altLang="en-US" dirty="0">
                <a:latin typeface="Times New Roman" pitchFamily="18" charset="0"/>
                <a:ea typeface="Times New Roman" pitchFamily="18" charset="0"/>
              </a:rPr>
              <a:t> </a:t>
            </a:r>
            <a:r>
              <a:rPr lang="fr-FR" altLang="en-US" dirty="0" err="1">
                <a:latin typeface="Times New Roman" pitchFamily="18" charset="0"/>
                <a:ea typeface="Times New Roman" pitchFamily="18" charset="0"/>
              </a:rPr>
              <a:t>those</a:t>
            </a:r>
            <a:r>
              <a:rPr lang="fr-FR" altLang="en-US" dirty="0">
                <a:latin typeface="Times New Roman" pitchFamily="18" charset="0"/>
                <a:ea typeface="Times New Roman" pitchFamily="18" charset="0"/>
              </a:rPr>
              <a:t> </a:t>
            </a:r>
            <a:r>
              <a:rPr lang="fr-FR" altLang="en-US" dirty="0" err="1">
                <a:latin typeface="Times New Roman" pitchFamily="18" charset="0"/>
                <a:ea typeface="Times New Roman" pitchFamily="18" charset="0"/>
              </a:rPr>
              <a:t>related</a:t>
            </a:r>
            <a:r>
              <a:rPr lang="fr-FR" altLang="en-US" dirty="0">
                <a:latin typeface="Times New Roman" pitchFamily="18" charset="0"/>
                <a:ea typeface="Times New Roman" pitchFamily="18" charset="0"/>
              </a:rPr>
              <a:t> to </a:t>
            </a:r>
            <a:r>
              <a:rPr lang="fr-FR" altLang="en-US" dirty="0" err="1">
                <a:latin typeface="Times New Roman" pitchFamily="18" charset="0"/>
                <a:ea typeface="Times New Roman" pitchFamily="18" charset="0"/>
              </a:rPr>
              <a:t>banking</a:t>
            </a:r>
            <a:r>
              <a:rPr lang="fr-FR" altLang="en-US" dirty="0">
                <a:latin typeface="Times New Roman" pitchFamily="18" charset="0"/>
                <a:ea typeface="Times New Roman" pitchFamily="18" charset="0"/>
              </a:rPr>
              <a:t> transactions</a:t>
            </a:r>
          </a:p>
          <a:p>
            <a:pPr marL="0" lvl="0" indent="0" eaLnBrk="1" hangingPunct="1">
              <a:buFont typeface="Arial" charset="0"/>
              <a:buAutoNum type="arabicPeriod"/>
            </a:pPr>
            <a:endParaRPr lang="fr-FR" altLang="en-US" sz="2400" dirty="0">
              <a:latin typeface="Times New Roman" pitchFamily="18" charset="0"/>
              <a:ea typeface="Times New Roman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1" name="Espace réservé du contenu 4"/>
          <p:cNvSpPr>
            <a:spLocks noGrp="1"/>
          </p:cNvSpPr>
          <p:nvPr>
            <p:ph idx="1"/>
          </p:nvPr>
        </p:nvSpPr>
        <p:spPr>
          <a:xfrm>
            <a:off x="457200" y="152400"/>
            <a:ext cx="8229600" cy="5973762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t"/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Arial" charset="0"/>
              <a:buChar char="•"/>
              <a:defRPr sz="32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Arial" charset="0"/>
              <a:buChar char="–"/>
              <a:defRPr sz="2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Arial" charset="0"/>
              <a:buChar char="•"/>
              <a:defRPr sz="24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Arial" charset="0"/>
              <a:buChar char="–"/>
              <a:defRPr sz="20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Arial" charset="0"/>
              <a:buChar char="»"/>
              <a:defRPr sz="20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5pPr>
          </a:lstStyle>
          <a:p>
            <a:pPr marL="0" lvl="0" indent="0" algn="ctr" eaLnBrk="1" hangingPunct="1">
              <a:buNone/>
            </a:pPr>
            <a:r>
              <a:rPr lang="fr-FR" altLang="en-US" b="1" dirty="0">
                <a:latin typeface="Times New Roman" pitchFamily="18" charset="0"/>
                <a:ea typeface="Times New Roman" pitchFamily="18" charset="0"/>
              </a:rPr>
              <a:t>DEFINITION</a:t>
            </a:r>
          </a:p>
          <a:p>
            <a:pPr marL="0" lvl="0" indent="0"/>
            <a:r>
              <a:rPr lang="fr-FR" altLang="en-US" dirty="0">
                <a:latin typeface="Times New Roman" pitchFamily="18" charset="0"/>
                <a:ea typeface="Times New Roman" pitchFamily="18" charset="0"/>
              </a:rPr>
              <a:t>La banque est une société financière qui gère les dépôts et la collecte de l’épargne de ses clients, accorde des prêts et offre des services financiers.</a:t>
            </a:r>
            <a:endParaRPr lang="en-US" altLang="en-US" b="1" dirty="0">
              <a:latin typeface="Times New Roman" pitchFamily="18" charset="0"/>
              <a:ea typeface="Times New Roman" pitchFamily="18" charset="0"/>
            </a:endParaRPr>
          </a:p>
          <a:p>
            <a:pPr lvl="0" algn="ctr"/>
            <a:r>
              <a:rPr lang="en-US" altLang="en-US" b="1" dirty="0">
                <a:latin typeface="Times New Roman" pitchFamily="18" charset="0"/>
                <a:ea typeface="Times New Roman" pitchFamily="18" charset="0"/>
              </a:rPr>
              <a:t>Les diff</a:t>
            </a:r>
            <a:r>
              <a:rPr lang="fr-FR" altLang="en-US" b="1" dirty="0" err="1">
                <a:latin typeface="Times New Roman" pitchFamily="18" charset="0"/>
                <a:ea typeface="Times New Roman" pitchFamily="18" charset="0"/>
              </a:rPr>
              <a:t>érents</a:t>
            </a:r>
            <a:r>
              <a:rPr lang="fr-FR" altLang="en-US" b="1" dirty="0">
                <a:latin typeface="Times New Roman" pitchFamily="18" charset="0"/>
                <a:ea typeface="Times New Roman" pitchFamily="18" charset="0"/>
              </a:rPr>
              <a:t> types de banque</a:t>
            </a:r>
          </a:p>
          <a:p>
            <a:pPr lvl="0" algn="ctr"/>
            <a:endParaRPr lang="en-US" altLang="en-US" b="1" dirty="0">
              <a:latin typeface="Times New Roman" pitchFamily="18" charset="0"/>
              <a:ea typeface="Times New Roman" pitchFamily="18" charset="0"/>
            </a:endParaRPr>
          </a:p>
        </p:txBody>
      </p:sp>
      <p:pic>
        <p:nvPicPr>
          <p:cNvPr id="2097154" name="Image 6"/>
          <p:cNvPicPr>
            <a:picLocks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09600" y="2895600"/>
            <a:ext cx="7924800" cy="3213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2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9067800" cy="617220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t"/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Arial" charset="0"/>
              <a:buChar char="•"/>
              <a:defRPr sz="32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Arial" charset="0"/>
              <a:buChar char="–"/>
              <a:defRPr sz="2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Arial" charset="0"/>
              <a:buChar char="•"/>
              <a:defRPr sz="24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Arial" charset="0"/>
              <a:buChar char="–"/>
              <a:defRPr sz="20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Arial" charset="0"/>
              <a:buChar char="»"/>
              <a:defRPr sz="20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5pPr>
          </a:lstStyle>
          <a:p>
            <a:pPr marL="0" lvl="0" indent="0" algn="just" eaLnBrk="1" hangingPunct="1">
              <a:buNone/>
            </a:pPr>
            <a:r>
              <a:rPr lang="fr-FR" altLang="en-US" sz="3000" b="1" dirty="0">
                <a:latin typeface="Times New Roman" pitchFamily="18" charset="0"/>
                <a:ea typeface="Times New Roman" pitchFamily="18" charset="0"/>
              </a:rPr>
              <a:t>Lecture et Compréhension</a:t>
            </a:r>
            <a:r>
              <a:rPr lang="fr-FR" altLang="en-US" sz="3000" dirty="0">
                <a:latin typeface="Times New Roman" pitchFamily="18" charset="0"/>
                <a:ea typeface="Times New Roman" pitchFamily="18" charset="0"/>
              </a:rPr>
              <a:t> </a:t>
            </a:r>
          </a:p>
          <a:p>
            <a:pPr marL="0" lvl="0" indent="0" algn="just">
              <a:buNone/>
            </a:pPr>
            <a:r>
              <a:rPr lang="fr-FR" altLang="en-US" sz="2800" dirty="0">
                <a:latin typeface="Times New Roman" pitchFamily="18" charset="0"/>
                <a:ea typeface="Times New Roman" pitchFamily="18" charset="0"/>
              </a:rPr>
              <a:t>Adjo et son frère vont à la banque. Un employé à l’accueil dit : « Bonjour, comment puis-je vous aider ? » Son frère répond : « Bonjour, je veux ouvrir un compte épargne pour ma sœur. » L’employé dit : « Très bien. Veuillez remplir ce formulaire. » Ensuite, il demande à Adjo de lui donner sa carte d’identité. Après, il vérifie les informations et tape sur son ordinateur. Puis il dit : « Votre compte est ouvert, Adjo. Voici votre numéro de compte. Vous pouvez maintenant déposer de l’argent. » Le frère dépose 100 cedis.</a:t>
            </a:r>
          </a:p>
          <a:p>
            <a:pPr marL="0" lvl="0" indent="0" algn="just">
              <a:buNone/>
            </a:pPr>
            <a:r>
              <a:rPr lang="fr-FR" altLang="en-US" sz="2800" dirty="0">
                <a:latin typeface="Times New Roman" pitchFamily="18" charset="0"/>
                <a:ea typeface="Times New Roman" pitchFamily="18" charset="0"/>
              </a:rPr>
              <a:t>L’employé précise enfin : « La banque ferme à 16 heures. Vous pouvez aussi utiliser le distributeur ou le service de mobile </a:t>
            </a:r>
            <a:r>
              <a:rPr lang="fr-FR" altLang="en-US" sz="2800" dirty="0" err="1">
                <a:latin typeface="Times New Roman" pitchFamily="18" charset="0"/>
                <a:ea typeface="Times New Roman" pitchFamily="18" charset="0"/>
              </a:rPr>
              <a:t>banking</a:t>
            </a:r>
            <a:r>
              <a:rPr lang="fr-FR" altLang="en-US" sz="2800" dirty="0">
                <a:latin typeface="Times New Roman" pitchFamily="18" charset="0"/>
                <a:ea typeface="Times New Roman" pitchFamily="18" charset="0"/>
              </a:rPr>
              <a:t> si vous voulez plus tard. »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9144000" cy="6126162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t"/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Arial" charset="0"/>
              <a:buChar char="•"/>
              <a:defRPr sz="32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Arial" charset="0"/>
              <a:buChar char="–"/>
              <a:defRPr sz="2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Arial" charset="0"/>
              <a:buChar char="•"/>
              <a:defRPr sz="24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Arial" charset="0"/>
              <a:buChar char="–"/>
              <a:defRPr sz="20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Arial" charset="0"/>
              <a:buChar char="»"/>
              <a:defRPr sz="20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5pPr>
          </a:lstStyle>
          <a:p>
            <a:pPr marL="0" lvl="0" indent="0" algn="ctr">
              <a:buNone/>
            </a:pPr>
            <a:endParaRPr lang="fr-FR" altLang="en-US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Questions de comprehension</a:t>
            </a:r>
          </a:p>
          <a:p>
            <a:pPr marL="0" indent="0" algn="ctr">
              <a:buNone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À quelle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heure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banque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ferme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-t-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elle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?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Combien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d’argent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le frère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dépose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-t-il ?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fait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l’employé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quand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Adjo et son frère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arrivent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?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Qu’est-ce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l’employé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demande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après le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formulaire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?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Donnez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deux mots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qu’Adjo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peut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trouver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sur le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formulaire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5" name="Content Placeholder 2"/>
          <p:cNvSpPr>
            <a:spLocks noGrp="1"/>
          </p:cNvSpPr>
          <p:nvPr>
            <p:ph idx="1"/>
          </p:nvPr>
        </p:nvSpPr>
        <p:spPr>
          <a:xfrm>
            <a:off x="0" y="152400"/>
            <a:ext cx="9144000" cy="5973762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t"/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Arial" charset="0"/>
              <a:buChar char="•"/>
              <a:defRPr sz="32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Arial" charset="0"/>
              <a:buChar char="–"/>
              <a:defRPr sz="2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Arial" charset="0"/>
              <a:buChar char="•"/>
              <a:defRPr sz="24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Arial" charset="0"/>
              <a:buChar char="–"/>
              <a:defRPr sz="20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Arial" charset="0"/>
              <a:buChar char="»"/>
              <a:defRPr sz="20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5pPr>
          </a:lstStyle>
          <a:p>
            <a:pPr marL="0" lvl="0" indent="0">
              <a:buNone/>
            </a:pPr>
            <a:endParaRPr lang="en-US" altLang="en-US" dirty="0">
              <a:latin typeface="Times New Roman" pitchFamily="18" charset="0"/>
              <a:ea typeface="Times New Roman" pitchFamily="18" charset="0"/>
            </a:endParaRPr>
          </a:p>
          <a:p>
            <a:pPr marL="0" lvl="0" indent="0" algn="ctr" eaLnBrk="1" hangingPunct="1">
              <a:buNone/>
            </a:pPr>
            <a:r>
              <a:rPr lang="fr-FR" altLang="en-US" b="1" dirty="0">
                <a:latin typeface="Times New Roman" pitchFamily="18" charset="0"/>
                <a:ea typeface="Times New Roman" pitchFamily="18" charset="0"/>
              </a:rPr>
              <a:t>Les Types de Banques/Caisses</a:t>
            </a:r>
          </a:p>
          <a:p>
            <a:pPr marL="0" lvl="0" indent="0"/>
            <a:r>
              <a:rPr lang="fr-FR" altLang="en-US" sz="2800" dirty="0">
                <a:latin typeface="Times New Roman" pitchFamily="18" charset="0"/>
                <a:ea typeface="Times New Roman" pitchFamily="18" charset="0"/>
              </a:rPr>
              <a:t> Les caisses d’état  (GCB, ADB)</a:t>
            </a:r>
          </a:p>
          <a:p>
            <a:pPr marL="0" lvl="0" indent="0"/>
            <a:r>
              <a:rPr lang="fr-FR" altLang="en-US" sz="2800" dirty="0">
                <a:latin typeface="Times New Roman" pitchFamily="18" charset="0"/>
                <a:ea typeface="Times New Roman" pitchFamily="18" charset="0"/>
              </a:rPr>
              <a:t> Les caisses privées (</a:t>
            </a:r>
            <a:r>
              <a:rPr lang="fr-FR" altLang="en-US" sz="2800" dirty="0" err="1">
                <a:latin typeface="Times New Roman" pitchFamily="18" charset="0"/>
                <a:ea typeface="Times New Roman" pitchFamily="18" charset="0"/>
              </a:rPr>
              <a:t>Fidelity</a:t>
            </a:r>
            <a:r>
              <a:rPr lang="fr-FR" altLang="en-US" sz="2800" dirty="0">
                <a:latin typeface="Times New Roman" pitchFamily="18" charset="0"/>
                <a:ea typeface="Times New Roman" pitchFamily="18" charset="0"/>
              </a:rPr>
              <a:t> Bank, Access Bank, </a:t>
            </a:r>
            <a:r>
              <a:rPr lang="fr-FR" altLang="en-US" sz="2800" dirty="0" err="1">
                <a:latin typeface="Times New Roman" pitchFamily="18" charset="0"/>
                <a:ea typeface="Times New Roman" pitchFamily="18" charset="0"/>
              </a:rPr>
              <a:t>Ecobank</a:t>
            </a:r>
            <a:r>
              <a:rPr lang="fr-FR" altLang="en-US" sz="2800" dirty="0">
                <a:latin typeface="Times New Roman" pitchFamily="18" charset="0"/>
                <a:ea typeface="Times New Roman" pitchFamily="18" charset="0"/>
              </a:rPr>
              <a:t> )</a:t>
            </a:r>
          </a:p>
          <a:p>
            <a:pPr marL="0" lvl="0" indent="0"/>
            <a:r>
              <a:rPr lang="fr-FR" altLang="en-US" sz="2800" dirty="0">
                <a:latin typeface="Times New Roman" pitchFamily="18" charset="0"/>
                <a:ea typeface="Times New Roman" pitchFamily="18" charset="0"/>
              </a:rPr>
              <a:t> Les coopératives de crédit (CAGE, </a:t>
            </a:r>
            <a:r>
              <a:rPr lang="fr-FR" altLang="en-US" sz="2800" dirty="0" err="1">
                <a:latin typeface="Times New Roman" pitchFamily="18" charset="0"/>
                <a:ea typeface="Times New Roman" pitchFamily="18" charset="0"/>
              </a:rPr>
              <a:t>Credit</a:t>
            </a:r>
            <a:r>
              <a:rPr lang="fr-FR" altLang="en-US" sz="2800" dirty="0">
                <a:latin typeface="Times New Roman" pitchFamily="18" charset="0"/>
                <a:ea typeface="Times New Roman" pitchFamily="18" charset="0"/>
              </a:rPr>
              <a:t> Union)</a:t>
            </a:r>
          </a:p>
          <a:p>
            <a:pPr marL="0" lvl="0" indent="0"/>
            <a:r>
              <a:rPr lang="fr-FR" altLang="en-US" sz="2800" dirty="0">
                <a:latin typeface="Times New Roman" pitchFamily="18" charset="0"/>
                <a:ea typeface="Times New Roman" pitchFamily="18" charset="0"/>
              </a:rPr>
              <a:t> Les caisses d’épargne et de prêt (</a:t>
            </a:r>
          </a:p>
          <a:p>
            <a:pPr marL="0" lvl="0" indent="0" algn="ctr">
              <a:buNone/>
            </a:pPr>
            <a:r>
              <a:rPr lang="fr-FR" altLang="en-US" sz="2800" b="1" dirty="0">
                <a:latin typeface="Times New Roman" pitchFamily="18" charset="0"/>
                <a:ea typeface="Times New Roman" pitchFamily="18" charset="0"/>
              </a:rPr>
              <a:t>Les types de comptes </a:t>
            </a:r>
          </a:p>
          <a:p>
            <a:pPr marL="0" lvl="0" indent="0"/>
            <a:r>
              <a:rPr lang="fr-FR" altLang="en-US" sz="2800" dirty="0">
                <a:latin typeface="Times New Roman" pitchFamily="18" charset="0"/>
                <a:ea typeface="Times New Roman" pitchFamily="18" charset="0"/>
              </a:rPr>
              <a:t> Compte épargne</a:t>
            </a:r>
          </a:p>
          <a:p>
            <a:pPr marL="0" lvl="0" indent="0"/>
            <a:r>
              <a:rPr lang="fr-FR" altLang="en-US" sz="2800" dirty="0">
                <a:latin typeface="Times New Roman" pitchFamily="18" charset="0"/>
                <a:ea typeface="Times New Roman" pitchFamily="18" charset="0"/>
              </a:rPr>
              <a:t> Compte courant</a:t>
            </a:r>
          </a:p>
          <a:p>
            <a:pPr marL="0" lvl="0" indent="0"/>
            <a:r>
              <a:rPr lang="fr-FR" altLang="en-US" sz="2800" dirty="0">
                <a:latin typeface="Times New Roman" pitchFamily="18" charset="0"/>
                <a:ea typeface="Times New Roman" pitchFamily="18" charset="0"/>
              </a:rPr>
              <a:t> Compte personnel</a:t>
            </a:r>
          </a:p>
          <a:p>
            <a:pPr marL="0" lvl="0" indent="0"/>
            <a:r>
              <a:rPr lang="fr-FR" altLang="en-US" sz="2800" dirty="0">
                <a:latin typeface="Times New Roman" pitchFamily="18" charset="0"/>
                <a:ea typeface="Times New Roman" pitchFamily="18" charset="0"/>
              </a:rPr>
              <a:t> Compte d’entreprise</a:t>
            </a:r>
          </a:p>
          <a:p>
            <a:pPr marL="0" lvl="0" indent="0" algn="ctr" eaLnBrk="1" hangingPunct="1">
              <a:buNone/>
            </a:pPr>
            <a:endParaRPr lang="fr-FR" alt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162102E-DD4C-9C48-35C9-D872143659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4" name="Content Placeholder 2">
            <a:extLst>
              <a:ext uri="{FF2B5EF4-FFF2-40B4-BE49-F238E27FC236}">
                <a16:creationId xmlns:a16="http://schemas.microsoft.com/office/drawing/2014/main" id="{E0A0CDB6-7C52-AFE0-8BBF-D6CA052CA3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52400"/>
            <a:ext cx="9144000" cy="5973762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t"/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Arial" charset="0"/>
              <a:buChar char="•"/>
              <a:defRPr sz="32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Arial" charset="0"/>
              <a:buChar char="–"/>
              <a:defRPr sz="2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Arial" charset="0"/>
              <a:buChar char="•"/>
              <a:defRPr sz="24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Arial" charset="0"/>
              <a:buChar char="–"/>
              <a:defRPr sz="20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Arial" charset="0"/>
              <a:buChar char="»"/>
              <a:defRPr sz="20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5pPr>
          </a:lstStyle>
          <a:p>
            <a:pPr marL="0" lvl="0" indent="0" algn="ctr">
              <a:buNone/>
            </a:pPr>
            <a:r>
              <a:rPr lang="fr-FR" altLang="en-US" sz="2800" b="1" dirty="0">
                <a:latin typeface="Times New Roman" pitchFamily="18" charset="0"/>
                <a:ea typeface="Times New Roman" pitchFamily="18" charset="0"/>
              </a:rPr>
              <a:t>Quelques opérations/transactions bancaires</a:t>
            </a:r>
          </a:p>
          <a:p>
            <a:pPr marL="0" lvl="0" indent="0" algn="ctr">
              <a:buNone/>
            </a:pPr>
            <a:endParaRPr lang="fr-FR" altLang="en-US" sz="2800" b="1" dirty="0">
              <a:latin typeface="Times New Roman" pitchFamily="18" charset="0"/>
              <a:ea typeface="Times New Roman" pitchFamily="18" charset="0"/>
            </a:endParaRPr>
          </a:p>
          <a:p>
            <a:pPr marL="0" lvl="0" indent="0"/>
            <a:r>
              <a:rPr lang="fr-FR" altLang="en-US" sz="2800" dirty="0">
                <a:latin typeface="Times New Roman" pitchFamily="18" charset="0"/>
                <a:ea typeface="Times New Roman" pitchFamily="18" charset="0"/>
              </a:rPr>
              <a:t> faire un </a:t>
            </a:r>
            <a:r>
              <a:rPr lang="fr-FR" altLang="en-US" sz="2800" i="1" dirty="0">
                <a:latin typeface="Times New Roman" pitchFamily="18" charset="0"/>
                <a:ea typeface="Times New Roman" pitchFamily="18" charset="0"/>
              </a:rPr>
              <a:t>dépôt d’argent</a:t>
            </a:r>
            <a:r>
              <a:rPr lang="fr-FR" altLang="en-US" sz="2800" dirty="0">
                <a:latin typeface="Times New Roman" pitchFamily="18" charset="0"/>
                <a:ea typeface="Times New Roman" pitchFamily="18" charset="0"/>
              </a:rPr>
              <a:t> dans son </a:t>
            </a:r>
            <a:r>
              <a:rPr lang="fr-FR" altLang="en-US" sz="2800" i="1" dirty="0">
                <a:latin typeface="Times New Roman" pitchFamily="18" charset="0"/>
                <a:ea typeface="Times New Roman" pitchFamily="18" charset="0"/>
              </a:rPr>
              <a:t>compte</a:t>
            </a:r>
            <a:r>
              <a:rPr lang="fr-FR" altLang="en-US" sz="2800" dirty="0">
                <a:latin typeface="Times New Roman" pitchFamily="18" charset="0"/>
                <a:ea typeface="Times New Roman" pitchFamily="18" charset="0"/>
              </a:rPr>
              <a:t> (cash </a:t>
            </a:r>
            <a:r>
              <a:rPr lang="fr-FR" altLang="en-US" sz="2800" dirty="0" err="1">
                <a:latin typeface="Times New Roman" pitchFamily="18" charset="0"/>
                <a:ea typeface="Times New Roman" pitchFamily="18" charset="0"/>
              </a:rPr>
              <a:t>deposit</a:t>
            </a:r>
            <a:r>
              <a:rPr lang="fr-FR" altLang="en-US" sz="2800" dirty="0">
                <a:latin typeface="Times New Roman" pitchFamily="18" charset="0"/>
                <a:ea typeface="Times New Roman" pitchFamily="18" charset="0"/>
              </a:rPr>
              <a:t> in </a:t>
            </a:r>
            <a:r>
              <a:rPr lang="fr-FR" altLang="en-US" sz="2800" dirty="0" err="1">
                <a:latin typeface="Times New Roman" pitchFamily="18" charset="0"/>
                <a:ea typeface="Times New Roman" pitchFamily="18" charset="0"/>
              </a:rPr>
              <a:t>account</a:t>
            </a:r>
            <a:r>
              <a:rPr lang="fr-FR" altLang="en-US" sz="2800" dirty="0">
                <a:latin typeface="Times New Roman" pitchFamily="18" charset="0"/>
                <a:ea typeface="Times New Roman" pitchFamily="18" charset="0"/>
              </a:rPr>
              <a:t>)</a:t>
            </a:r>
          </a:p>
          <a:p>
            <a:pPr marL="0" lvl="0" indent="0"/>
            <a:r>
              <a:rPr lang="fr-FR" altLang="en-US" sz="2800" dirty="0">
                <a:latin typeface="Times New Roman" pitchFamily="18" charset="0"/>
                <a:ea typeface="Times New Roman" pitchFamily="18" charset="0"/>
              </a:rPr>
              <a:t> faire un </a:t>
            </a:r>
            <a:r>
              <a:rPr lang="fr-FR" altLang="en-US" sz="2800" i="1" dirty="0">
                <a:latin typeface="Times New Roman" pitchFamily="18" charset="0"/>
                <a:ea typeface="Times New Roman" pitchFamily="18" charset="0"/>
              </a:rPr>
              <a:t>retrait d’argent</a:t>
            </a:r>
            <a:r>
              <a:rPr lang="fr-FR" altLang="en-US" sz="2800" dirty="0">
                <a:latin typeface="Times New Roman" pitchFamily="18" charset="0"/>
                <a:ea typeface="Times New Roman" pitchFamily="18" charset="0"/>
              </a:rPr>
              <a:t> (cash </a:t>
            </a:r>
            <a:r>
              <a:rPr lang="fr-FR" altLang="en-US" sz="2800" dirty="0" err="1">
                <a:latin typeface="Times New Roman" pitchFamily="18" charset="0"/>
                <a:ea typeface="Times New Roman" pitchFamily="18" charset="0"/>
              </a:rPr>
              <a:t>withdrawal</a:t>
            </a:r>
            <a:r>
              <a:rPr lang="fr-FR" altLang="en-US" sz="2800" dirty="0">
                <a:latin typeface="Times New Roman" pitchFamily="18" charset="0"/>
                <a:ea typeface="Times New Roman" pitchFamily="18" charset="0"/>
              </a:rPr>
              <a:t>)</a:t>
            </a:r>
          </a:p>
          <a:p>
            <a:pPr marL="0" lvl="0" indent="0"/>
            <a:r>
              <a:rPr lang="fr-FR" altLang="en-US" sz="2800" dirty="0">
                <a:latin typeface="Times New Roman" pitchFamily="18" charset="0"/>
                <a:ea typeface="Times New Roman" pitchFamily="18" charset="0"/>
              </a:rPr>
              <a:t> prendre/ payer un </a:t>
            </a:r>
            <a:r>
              <a:rPr lang="fr-FR" altLang="en-US" sz="2800" i="1" dirty="0">
                <a:latin typeface="Times New Roman" pitchFamily="18" charset="0"/>
                <a:ea typeface="Times New Roman" pitchFamily="18" charset="0"/>
              </a:rPr>
              <a:t>prêt bancaire</a:t>
            </a:r>
            <a:r>
              <a:rPr lang="fr-FR" altLang="en-US" sz="2800" dirty="0">
                <a:latin typeface="Times New Roman" pitchFamily="18" charset="0"/>
                <a:ea typeface="Times New Roman" pitchFamily="18" charset="0"/>
              </a:rPr>
              <a:t> (</a:t>
            </a:r>
            <a:r>
              <a:rPr lang="fr-FR" altLang="en-US" sz="2800" dirty="0" err="1">
                <a:latin typeface="Times New Roman" pitchFamily="18" charset="0"/>
                <a:ea typeface="Times New Roman" pitchFamily="18" charset="0"/>
              </a:rPr>
              <a:t>bank</a:t>
            </a:r>
            <a:r>
              <a:rPr lang="fr-FR" altLang="en-US" sz="2800" dirty="0">
                <a:latin typeface="Times New Roman" pitchFamily="18" charset="0"/>
                <a:ea typeface="Times New Roman" pitchFamily="18" charset="0"/>
              </a:rPr>
              <a:t> </a:t>
            </a:r>
            <a:r>
              <a:rPr lang="fr-FR" altLang="en-US" sz="2800" dirty="0" err="1">
                <a:latin typeface="Times New Roman" pitchFamily="18" charset="0"/>
                <a:ea typeface="Times New Roman" pitchFamily="18" charset="0"/>
              </a:rPr>
              <a:t>loans</a:t>
            </a:r>
            <a:r>
              <a:rPr lang="fr-FR" altLang="en-US" sz="2800" dirty="0">
                <a:latin typeface="Times New Roman" pitchFamily="18" charset="0"/>
                <a:ea typeface="Times New Roman" pitchFamily="18" charset="0"/>
              </a:rPr>
              <a:t>)</a:t>
            </a:r>
          </a:p>
          <a:p>
            <a:pPr marL="0" lvl="0" indent="0"/>
            <a:r>
              <a:rPr lang="fr-FR" altLang="en-US" sz="2800" dirty="0">
                <a:latin typeface="Times New Roman" pitchFamily="18" charset="0"/>
                <a:ea typeface="Times New Roman" pitchFamily="18" charset="0"/>
              </a:rPr>
              <a:t> payer ses </a:t>
            </a:r>
            <a:r>
              <a:rPr lang="fr-FR" altLang="en-US" sz="2800" i="1" dirty="0">
                <a:latin typeface="Times New Roman" pitchFamily="18" charset="0"/>
                <a:ea typeface="Times New Roman" pitchFamily="18" charset="0"/>
              </a:rPr>
              <a:t>factures </a:t>
            </a:r>
            <a:r>
              <a:rPr lang="fr-FR" altLang="en-US" sz="2800" dirty="0">
                <a:latin typeface="Times New Roman" pitchFamily="18" charset="0"/>
                <a:ea typeface="Times New Roman" pitchFamily="18" charset="0"/>
              </a:rPr>
              <a:t>ou les </a:t>
            </a:r>
            <a:r>
              <a:rPr lang="fr-FR" altLang="en-US" sz="2800" i="1" dirty="0">
                <a:latin typeface="Times New Roman" pitchFamily="18" charset="0"/>
                <a:ea typeface="Times New Roman" pitchFamily="18" charset="0"/>
              </a:rPr>
              <a:t>frais de scolarité</a:t>
            </a:r>
            <a:r>
              <a:rPr lang="fr-FR" altLang="en-US" sz="2800" dirty="0">
                <a:latin typeface="Times New Roman" pitchFamily="18" charset="0"/>
                <a:ea typeface="Times New Roman" pitchFamily="18" charset="0"/>
              </a:rPr>
              <a:t> (utilities/</a:t>
            </a:r>
            <a:r>
              <a:rPr lang="fr-FR" altLang="en-US" sz="2800" dirty="0" err="1">
                <a:latin typeface="Times New Roman" pitchFamily="18" charset="0"/>
                <a:ea typeface="Times New Roman" pitchFamily="18" charset="0"/>
              </a:rPr>
              <a:t>fees</a:t>
            </a:r>
            <a:r>
              <a:rPr lang="fr-FR" altLang="en-US" sz="2800" dirty="0">
                <a:latin typeface="Times New Roman" pitchFamily="18" charset="0"/>
                <a:ea typeface="Times New Roman" pitchFamily="18" charset="0"/>
              </a:rPr>
              <a:t>) </a:t>
            </a:r>
          </a:p>
          <a:p>
            <a:pPr marL="0" lvl="0" indent="0"/>
            <a:r>
              <a:rPr lang="fr-FR" altLang="en-US" sz="2800" dirty="0">
                <a:latin typeface="Times New Roman" pitchFamily="18" charset="0"/>
                <a:ea typeface="Times New Roman" pitchFamily="18" charset="0"/>
              </a:rPr>
              <a:t> faire des </a:t>
            </a:r>
            <a:r>
              <a:rPr lang="fr-FR" altLang="en-US" sz="2800" i="1" dirty="0">
                <a:latin typeface="Times New Roman" pitchFamily="18" charset="0"/>
                <a:ea typeface="Times New Roman" pitchFamily="18" charset="0"/>
              </a:rPr>
              <a:t>échanges de monnaie</a:t>
            </a:r>
            <a:r>
              <a:rPr lang="fr-FR" altLang="en-US" sz="2800" dirty="0">
                <a:latin typeface="Times New Roman" pitchFamily="18" charset="0"/>
                <a:ea typeface="Times New Roman" pitchFamily="18" charset="0"/>
              </a:rPr>
              <a:t> (</a:t>
            </a:r>
            <a:r>
              <a:rPr lang="fr-FR" altLang="en-US" sz="2800" dirty="0" err="1">
                <a:latin typeface="Times New Roman" pitchFamily="18" charset="0"/>
                <a:ea typeface="Times New Roman" pitchFamily="18" charset="0"/>
              </a:rPr>
              <a:t>foreign</a:t>
            </a:r>
            <a:r>
              <a:rPr lang="fr-FR" altLang="en-US" sz="2800" dirty="0">
                <a:latin typeface="Times New Roman" pitchFamily="18" charset="0"/>
                <a:ea typeface="Times New Roman" pitchFamily="18" charset="0"/>
              </a:rPr>
              <a:t> exchange)</a:t>
            </a:r>
          </a:p>
          <a:p>
            <a:pPr marL="0" lvl="0" indent="0"/>
            <a:r>
              <a:rPr lang="fr-FR" altLang="en-US" sz="2800" dirty="0">
                <a:latin typeface="Times New Roman" pitchFamily="18" charset="0"/>
                <a:ea typeface="Times New Roman" pitchFamily="18" charset="0"/>
              </a:rPr>
              <a:t> faire des </a:t>
            </a:r>
            <a:r>
              <a:rPr lang="fr-FR" altLang="en-US" sz="2800" i="1" dirty="0">
                <a:latin typeface="Times New Roman" pitchFamily="18" charset="0"/>
                <a:ea typeface="Times New Roman" pitchFamily="18" charset="0"/>
              </a:rPr>
              <a:t>virements bancaires </a:t>
            </a:r>
            <a:r>
              <a:rPr lang="fr-FR" altLang="en-US" sz="2800" dirty="0">
                <a:latin typeface="Times New Roman" pitchFamily="18" charset="0"/>
                <a:ea typeface="Times New Roman" pitchFamily="18" charset="0"/>
              </a:rPr>
              <a:t>(</a:t>
            </a:r>
            <a:r>
              <a:rPr lang="fr-FR" altLang="en-US" sz="2800" dirty="0" err="1">
                <a:latin typeface="Times New Roman" pitchFamily="18" charset="0"/>
                <a:ea typeface="Times New Roman" pitchFamily="18" charset="0"/>
              </a:rPr>
              <a:t>bank</a:t>
            </a:r>
            <a:r>
              <a:rPr lang="fr-FR" altLang="en-US" sz="2800" dirty="0">
                <a:latin typeface="Times New Roman" pitchFamily="18" charset="0"/>
                <a:ea typeface="Times New Roman" pitchFamily="18" charset="0"/>
              </a:rPr>
              <a:t> </a:t>
            </a:r>
            <a:r>
              <a:rPr lang="fr-FR" altLang="en-US" sz="2800" dirty="0" err="1">
                <a:latin typeface="Times New Roman" pitchFamily="18" charset="0"/>
                <a:ea typeface="Times New Roman" pitchFamily="18" charset="0"/>
              </a:rPr>
              <a:t>transfer</a:t>
            </a:r>
            <a:r>
              <a:rPr lang="fr-FR" altLang="en-US" sz="2800" dirty="0">
                <a:latin typeface="Times New Roman" pitchFamily="18" charset="0"/>
                <a:ea typeface="Times New Roman" pitchFamily="18" charset="0"/>
              </a:rPr>
              <a:t>)</a:t>
            </a:r>
          </a:p>
          <a:p>
            <a:pPr marL="0" lvl="0" indent="0"/>
            <a:r>
              <a:rPr lang="fr-FR" altLang="en-US" sz="2800" dirty="0">
                <a:latin typeface="Times New Roman" pitchFamily="18" charset="0"/>
                <a:ea typeface="Times New Roman" pitchFamily="18" charset="0"/>
              </a:rPr>
              <a:t> faire une</a:t>
            </a:r>
            <a:r>
              <a:rPr lang="fr-FR" altLang="en-US" sz="2800" i="1" dirty="0">
                <a:latin typeface="Times New Roman" pitchFamily="18" charset="0"/>
                <a:ea typeface="Times New Roman" pitchFamily="18" charset="0"/>
              </a:rPr>
              <a:t> demande de relevé bancaire </a:t>
            </a:r>
            <a:r>
              <a:rPr lang="fr-FR" altLang="en-US" sz="2800" dirty="0">
                <a:latin typeface="Times New Roman" pitchFamily="18" charset="0"/>
                <a:ea typeface="Times New Roman" pitchFamily="18" charset="0"/>
              </a:rPr>
              <a:t>(</a:t>
            </a:r>
            <a:r>
              <a:rPr lang="fr-FR" altLang="en-US" sz="2800" dirty="0" err="1">
                <a:latin typeface="Times New Roman" pitchFamily="18" charset="0"/>
                <a:ea typeface="Times New Roman" pitchFamily="18" charset="0"/>
              </a:rPr>
              <a:t>request</a:t>
            </a:r>
            <a:r>
              <a:rPr lang="fr-FR" altLang="en-US" sz="2800" dirty="0">
                <a:latin typeface="Times New Roman" pitchFamily="18" charset="0"/>
                <a:ea typeface="Times New Roman" pitchFamily="18" charset="0"/>
              </a:rPr>
              <a:t> for </a:t>
            </a:r>
            <a:r>
              <a:rPr lang="fr-FR" altLang="en-US" sz="2800" dirty="0" err="1">
                <a:latin typeface="Times New Roman" pitchFamily="18" charset="0"/>
                <a:ea typeface="Times New Roman" pitchFamily="18" charset="0"/>
              </a:rPr>
              <a:t>bank</a:t>
            </a:r>
            <a:r>
              <a:rPr lang="fr-FR" altLang="en-US" sz="2800" dirty="0">
                <a:latin typeface="Times New Roman" pitchFamily="18" charset="0"/>
                <a:ea typeface="Times New Roman" pitchFamily="18" charset="0"/>
              </a:rPr>
              <a:t> </a:t>
            </a:r>
            <a:r>
              <a:rPr lang="fr-FR" altLang="en-US" sz="2800" dirty="0" err="1">
                <a:latin typeface="Times New Roman" pitchFamily="18" charset="0"/>
                <a:ea typeface="Times New Roman" pitchFamily="18" charset="0"/>
              </a:rPr>
              <a:t>statement</a:t>
            </a:r>
            <a:r>
              <a:rPr lang="fr-FR" altLang="en-US" sz="2800" dirty="0">
                <a:latin typeface="Times New Roman" pitchFamily="18" charset="0"/>
                <a:ea typeface="Times New Roman" pitchFamily="18" charset="0"/>
              </a:rPr>
              <a:t>)</a:t>
            </a:r>
          </a:p>
          <a:p>
            <a:pPr marL="0" lvl="0" indent="0" algn="ctr" eaLnBrk="1" hangingPunct="1">
              <a:buNone/>
            </a:pPr>
            <a:endParaRPr lang="fr-FR" altLang="en-US" sz="2800" b="1" dirty="0">
              <a:latin typeface="Times New Roman" pitchFamily="18" charset="0"/>
              <a:ea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65014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6" name="Content Placeholder 2"/>
          <p:cNvSpPr>
            <a:spLocks noGrp="1"/>
          </p:cNvSpPr>
          <p:nvPr>
            <p:ph idx="1"/>
          </p:nvPr>
        </p:nvSpPr>
        <p:spPr>
          <a:xfrm>
            <a:off x="0" y="152400"/>
            <a:ext cx="9144000" cy="5973762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t"/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Arial" charset="0"/>
              <a:buChar char="•"/>
              <a:defRPr sz="32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Arial" charset="0"/>
              <a:buChar char="–"/>
              <a:defRPr sz="2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Arial" charset="0"/>
              <a:buChar char="•"/>
              <a:defRPr sz="24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Arial" charset="0"/>
              <a:buChar char="–"/>
              <a:defRPr sz="20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Arial" charset="0"/>
              <a:buChar char="»"/>
              <a:defRPr sz="20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5pPr>
          </a:lstStyle>
          <a:p>
            <a:pPr marL="0" lvl="0" indent="0" algn="ctr">
              <a:buNone/>
            </a:pPr>
            <a:r>
              <a:rPr lang="en-US" altLang="en-US" b="1" dirty="0">
                <a:latin typeface="Times New Roman" pitchFamily="18" charset="0"/>
                <a:ea typeface="Times New Roman" pitchFamily="18" charset="0"/>
              </a:rPr>
              <a:t>EXPRESSIONS BANCAIRE I</a:t>
            </a:r>
          </a:p>
          <a:p>
            <a:pPr marL="0" lvl="0" indent="0" algn="ctr">
              <a:buNone/>
            </a:pPr>
            <a:endParaRPr lang="en-US" altLang="en-US" b="1" dirty="0">
              <a:latin typeface="Times New Roman" pitchFamily="18" charset="0"/>
              <a:ea typeface="Times New Roman" pitchFamily="18" charset="0"/>
            </a:endParaRPr>
          </a:p>
          <a:p>
            <a:pPr marL="0" lvl="0" indent="0"/>
            <a:r>
              <a:rPr lang="fr-FR" altLang="en-US" sz="2400" i="1" dirty="0">
                <a:latin typeface="Times New Roman" pitchFamily="18" charset="0"/>
                <a:ea typeface="Times New Roman" pitchFamily="18" charset="0"/>
              </a:rPr>
              <a:t>To carry out </a:t>
            </a:r>
            <a:r>
              <a:rPr lang="fr-FR" altLang="en-US" sz="2400" i="1" dirty="0" err="1">
                <a:latin typeface="Times New Roman" pitchFamily="18" charset="0"/>
                <a:ea typeface="Times New Roman" pitchFamily="18" charset="0"/>
              </a:rPr>
              <a:t>any</a:t>
            </a:r>
            <a:r>
              <a:rPr lang="fr-FR" altLang="en-US" sz="2400" i="1" dirty="0">
                <a:latin typeface="Times New Roman" pitchFamily="18" charset="0"/>
                <a:ea typeface="Times New Roman" pitchFamily="18" charset="0"/>
              </a:rPr>
              <a:t> of the </a:t>
            </a:r>
            <a:r>
              <a:rPr lang="fr-FR" altLang="en-US" sz="2400" i="1" dirty="0" err="1">
                <a:latin typeface="Times New Roman" pitchFamily="18" charset="0"/>
                <a:ea typeface="Times New Roman" pitchFamily="18" charset="0"/>
              </a:rPr>
              <a:t>following</a:t>
            </a:r>
            <a:r>
              <a:rPr lang="fr-FR" altLang="en-US" sz="2400" i="1" dirty="0">
                <a:latin typeface="Times New Roman" pitchFamily="18" charset="0"/>
                <a:ea typeface="Times New Roman" pitchFamily="18" charset="0"/>
              </a:rPr>
              <a:t> </a:t>
            </a:r>
            <a:r>
              <a:rPr lang="fr-FR" altLang="en-US" sz="2400" i="1" dirty="0" err="1">
                <a:latin typeface="Times New Roman" pitchFamily="18" charset="0"/>
                <a:ea typeface="Times New Roman" pitchFamily="18" charset="0"/>
              </a:rPr>
              <a:t>banking</a:t>
            </a:r>
            <a:r>
              <a:rPr lang="fr-FR" altLang="en-US" sz="2400" i="1" dirty="0">
                <a:latin typeface="Times New Roman" pitchFamily="18" charset="0"/>
                <a:ea typeface="Times New Roman" pitchFamily="18" charset="0"/>
              </a:rPr>
              <a:t> transactions, </a:t>
            </a:r>
            <a:r>
              <a:rPr lang="fr-FR" altLang="en-US" sz="2400" i="1" dirty="0" err="1">
                <a:latin typeface="Times New Roman" pitchFamily="18" charset="0"/>
                <a:ea typeface="Times New Roman" pitchFamily="18" charset="0"/>
              </a:rPr>
              <a:t>say</a:t>
            </a:r>
            <a:r>
              <a:rPr lang="fr-FR" altLang="en-US" sz="2400" i="1" dirty="0">
                <a:latin typeface="Times New Roman" pitchFamily="18" charset="0"/>
                <a:ea typeface="Times New Roman" pitchFamily="18" charset="0"/>
              </a:rPr>
              <a:t>:</a:t>
            </a:r>
          </a:p>
          <a:p>
            <a:pPr marL="0" lvl="0" indent="0"/>
            <a:r>
              <a:rPr lang="fr-FR" altLang="en-US" sz="2400" i="1" dirty="0">
                <a:latin typeface="Times New Roman" pitchFamily="18" charset="0"/>
                <a:ea typeface="Times New Roman" pitchFamily="18" charset="0"/>
              </a:rPr>
              <a:t>Je voudrais + </a:t>
            </a:r>
            <a:r>
              <a:rPr lang="fr-FR" altLang="en-US" sz="2400" b="1" i="1" dirty="0">
                <a:latin typeface="Times New Roman" pitchFamily="18" charset="0"/>
                <a:ea typeface="Times New Roman" pitchFamily="18" charset="0"/>
              </a:rPr>
              <a:t>the transaction (‘opérations bancaire’)</a:t>
            </a:r>
          </a:p>
          <a:p>
            <a:pPr marL="0" lvl="0" indent="0">
              <a:buNone/>
            </a:pPr>
            <a:r>
              <a:rPr lang="fr-FR" altLang="en-US" sz="2400" dirty="0">
                <a:latin typeface="Times New Roman" pitchFamily="18" charset="0"/>
                <a:ea typeface="Times New Roman" pitchFamily="18" charset="0"/>
              </a:rPr>
              <a:t>Ex: Je voudrais </a:t>
            </a:r>
            <a:r>
              <a:rPr lang="fr-FR" altLang="en-US" sz="2400" b="1" dirty="0">
                <a:latin typeface="Times New Roman" pitchFamily="18" charset="0"/>
                <a:ea typeface="Times New Roman" pitchFamily="18" charset="0"/>
              </a:rPr>
              <a:t>ouvrir un compte bancaire (open an </a:t>
            </a:r>
            <a:r>
              <a:rPr lang="fr-FR" altLang="en-US" sz="2400" b="1" dirty="0" err="1">
                <a:latin typeface="Times New Roman" pitchFamily="18" charset="0"/>
                <a:ea typeface="Times New Roman" pitchFamily="18" charset="0"/>
              </a:rPr>
              <a:t>account</a:t>
            </a:r>
            <a:r>
              <a:rPr lang="fr-FR" altLang="en-US" sz="2400" b="1" dirty="0">
                <a:latin typeface="Times New Roman" pitchFamily="18" charset="0"/>
                <a:ea typeface="Times New Roman" pitchFamily="18" charset="0"/>
              </a:rPr>
              <a:t>)</a:t>
            </a:r>
          </a:p>
          <a:p>
            <a:pPr marL="0" lvl="0" indent="0">
              <a:buNone/>
            </a:pPr>
            <a:r>
              <a:rPr lang="fr-FR" altLang="en-US" sz="2400" dirty="0">
                <a:latin typeface="Times New Roman" pitchFamily="18" charset="0"/>
                <a:ea typeface="Times New Roman" pitchFamily="18" charset="0"/>
              </a:rPr>
              <a:t>       Je voudrais </a:t>
            </a:r>
            <a:r>
              <a:rPr lang="fr-FR" altLang="en-US" sz="2400" b="1" dirty="0">
                <a:latin typeface="Times New Roman" pitchFamily="18" charset="0"/>
                <a:ea typeface="Times New Roman" pitchFamily="18" charset="0"/>
              </a:rPr>
              <a:t>fermer mon compte bancaire (close an </a:t>
            </a:r>
            <a:r>
              <a:rPr lang="fr-FR" altLang="en-US" sz="2400" b="1" dirty="0" err="1">
                <a:latin typeface="Times New Roman" pitchFamily="18" charset="0"/>
                <a:ea typeface="Times New Roman" pitchFamily="18" charset="0"/>
              </a:rPr>
              <a:t>account</a:t>
            </a:r>
            <a:r>
              <a:rPr lang="fr-FR" altLang="en-US" sz="2400" b="1" dirty="0">
                <a:latin typeface="Times New Roman" pitchFamily="18" charset="0"/>
                <a:ea typeface="Times New Roman" pitchFamily="18" charset="0"/>
              </a:rPr>
              <a:t>)</a:t>
            </a:r>
          </a:p>
          <a:p>
            <a:pPr marL="0" lvl="0" indent="0">
              <a:buNone/>
            </a:pPr>
            <a:r>
              <a:rPr lang="fr-FR" altLang="en-US" sz="2400" dirty="0">
                <a:latin typeface="Times New Roman" pitchFamily="18" charset="0"/>
                <a:ea typeface="Times New Roman" pitchFamily="18" charset="0"/>
              </a:rPr>
              <a:t>       Je voudrais </a:t>
            </a:r>
            <a:r>
              <a:rPr lang="fr-FR" altLang="en-US" sz="2400" b="1" dirty="0">
                <a:latin typeface="Times New Roman" pitchFamily="18" charset="0"/>
                <a:ea typeface="Times New Roman" pitchFamily="18" charset="0"/>
              </a:rPr>
              <a:t>faire un dépôt d’argent dans mon compte (</a:t>
            </a:r>
            <a:r>
              <a:rPr lang="fr-FR" altLang="en-US" sz="2400" b="1" dirty="0" err="1">
                <a:latin typeface="Times New Roman" pitchFamily="18" charset="0"/>
                <a:ea typeface="Times New Roman" pitchFamily="18" charset="0"/>
              </a:rPr>
              <a:t>deposit</a:t>
            </a:r>
            <a:r>
              <a:rPr lang="fr-FR" altLang="en-US" sz="2400" b="1" dirty="0">
                <a:latin typeface="Times New Roman" pitchFamily="18" charset="0"/>
                <a:ea typeface="Times New Roman" pitchFamily="18" charset="0"/>
              </a:rPr>
              <a:t>)</a:t>
            </a:r>
          </a:p>
          <a:p>
            <a:pPr marL="0" lvl="0" indent="0">
              <a:buNone/>
            </a:pPr>
            <a:r>
              <a:rPr lang="fr-FR" altLang="en-US" sz="2400" b="1" dirty="0">
                <a:latin typeface="Times New Roman" pitchFamily="18" charset="0"/>
                <a:ea typeface="Times New Roman" pitchFamily="18" charset="0"/>
              </a:rPr>
              <a:t>       </a:t>
            </a:r>
            <a:r>
              <a:rPr lang="fr-FR" altLang="en-US" sz="2400" dirty="0">
                <a:latin typeface="Times New Roman" pitchFamily="18" charset="0"/>
                <a:ea typeface="Times New Roman" pitchFamily="18" charset="0"/>
              </a:rPr>
              <a:t>Je voudrais </a:t>
            </a:r>
            <a:r>
              <a:rPr lang="fr-FR" altLang="en-US" sz="2400" b="1" dirty="0">
                <a:latin typeface="Times New Roman" pitchFamily="18" charset="0"/>
                <a:ea typeface="Times New Roman" pitchFamily="18" charset="0"/>
              </a:rPr>
              <a:t>faire un retrait d’argent (</a:t>
            </a:r>
            <a:r>
              <a:rPr lang="fr-FR" altLang="en-US" sz="2400" b="1" dirty="0" err="1">
                <a:latin typeface="Times New Roman" pitchFamily="18" charset="0"/>
                <a:ea typeface="Times New Roman" pitchFamily="18" charset="0"/>
              </a:rPr>
              <a:t>withdrawal</a:t>
            </a:r>
            <a:r>
              <a:rPr lang="fr-FR" altLang="en-US" sz="2400" b="1" dirty="0">
                <a:latin typeface="Times New Roman" pitchFamily="18" charset="0"/>
                <a:ea typeface="Times New Roman" pitchFamily="18" charset="0"/>
              </a:rPr>
              <a:t>)</a:t>
            </a:r>
          </a:p>
          <a:p>
            <a:pPr marL="0" lvl="0" indent="0">
              <a:buNone/>
            </a:pPr>
            <a:r>
              <a:rPr lang="fr-FR" altLang="en-US" sz="2400" b="1" dirty="0">
                <a:latin typeface="Times New Roman" pitchFamily="18" charset="0"/>
                <a:ea typeface="Times New Roman" pitchFamily="18" charset="0"/>
              </a:rPr>
              <a:t>       </a:t>
            </a:r>
            <a:r>
              <a:rPr lang="fr-FR" altLang="en-US" sz="2400" dirty="0">
                <a:latin typeface="Times New Roman" pitchFamily="18" charset="0"/>
                <a:ea typeface="Times New Roman" pitchFamily="18" charset="0"/>
              </a:rPr>
              <a:t>Je voudrais:</a:t>
            </a:r>
          </a:p>
          <a:p>
            <a:pPr marL="0" lvl="0" indent="0">
              <a:buNone/>
            </a:pPr>
            <a:r>
              <a:rPr lang="fr-FR" altLang="en-US" sz="2400" dirty="0">
                <a:latin typeface="Times New Roman" pitchFamily="18" charset="0"/>
                <a:ea typeface="Times New Roman" pitchFamily="18" charset="0"/>
              </a:rPr>
              <a:t>                            - </a:t>
            </a:r>
            <a:r>
              <a:rPr lang="fr-FR" altLang="en-US" sz="2400" b="1" dirty="0">
                <a:latin typeface="Times New Roman" pitchFamily="18" charset="0"/>
                <a:ea typeface="Times New Roman" pitchFamily="18" charset="0"/>
              </a:rPr>
              <a:t>prendre/payer un prêt bancaire </a:t>
            </a:r>
          </a:p>
          <a:p>
            <a:pPr marL="0" lvl="0" indent="0">
              <a:buNone/>
            </a:pPr>
            <a:r>
              <a:rPr lang="fr-FR" altLang="en-US" sz="2400" b="1" dirty="0">
                <a:latin typeface="Times New Roman" pitchFamily="18" charset="0"/>
                <a:ea typeface="Times New Roman" pitchFamily="18" charset="0"/>
              </a:rPr>
              <a:t>                            - payer mes factures/mon frais de scolarité  </a:t>
            </a:r>
          </a:p>
          <a:p>
            <a:pPr marL="0" lvl="0" indent="0">
              <a:buNone/>
            </a:pPr>
            <a:r>
              <a:rPr lang="fr-FR" altLang="en-US" sz="2400" b="1" dirty="0">
                <a:latin typeface="Times New Roman" pitchFamily="18" charset="0"/>
                <a:ea typeface="Times New Roman" pitchFamily="18" charset="0"/>
              </a:rPr>
              <a:t>                            - faire des échanges de monnaie</a:t>
            </a:r>
          </a:p>
          <a:p>
            <a:pPr marL="0" lvl="0" indent="0">
              <a:buNone/>
            </a:pPr>
            <a:r>
              <a:rPr lang="fr-FR" altLang="en-US" sz="2400" b="1" dirty="0">
                <a:latin typeface="Times New Roman" pitchFamily="18" charset="0"/>
                <a:ea typeface="Times New Roman" pitchFamily="18" charset="0"/>
              </a:rPr>
              <a:t>                            - faire des virements bancaires</a:t>
            </a:r>
          </a:p>
          <a:p>
            <a:pPr marL="0" lvl="0" indent="0" eaLnBrk="1" hangingPunct="1">
              <a:buNone/>
            </a:pPr>
            <a:endParaRPr lang="fr-FR" alt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7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9144000" cy="624840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t"/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Arial" charset="0"/>
              <a:buChar char="•"/>
              <a:defRPr sz="32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Arial" charset="0"/>
              <a:buChar char="–"/>
              <a:defRPr sz="2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Arial" charset="0"/>
              <a:buChar char="•"/>
              <a:defRPr sz="24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Arial" charset="0"/>
              <a:buChar char="–"/>
              <a:defRPr sz="20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Arial" charset="0"/>
              <a:buChar char="»"/>
              <a:defRPr sz="20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5pPr>
          </a:lstStyle>
          <a:p>
            <a:pPr lvl="0" algn="ctr">
              <a:buNone/>
            </a:pPr>
            <a:r>
              <a:rPr lang="fr-FR" altLang="en-US" dirty="0"/>
              <a:t>      </a:t>
            </a:r>
            <a:r>
              <a:rPr lang="fr-FR" altLang="en-US" b="1" dirty="0">
                <a:latin typeface="Times New Roman" pitchFamily="18" charset="0"/>
                <a:ea typeface="Times New Roman" pitchFamily="18" charset="0"/>
              </a:rPr>
              <a:t>L’ORGANIGRAMME</a:t>
            </a:r>
          </a:p>
          <a:p>
            <a:pPr lvl="0" algn="ctr">
              <a:buNone/>
            </a:pPr>
            <a:r>
              <a:rPr lang="fr-FR" altLang="en-US" b="1" dirty="0">
                <a:latin typeface="Times New Roman" pitchFamily="18" charset="0"/>
                <a:ea typeface="Times New Roman" pitchFamily="18" charset="0"/>
              </a:rPr>
              <a:t> Demander à voir le + personnel </a:t>
            </a:r>
          </a:p>
          <a:p>
            <a:pPr lvl="0">
              <a:buNone/>
            </a:pPr>
            <a:r>
              <a:rPr lang="en-US" altLang="en-US" dirty="0">
                <a:latin typeface="Times New Roman" pitchFamily="18" charset="0"/>
                <a:ea typeface="Times New Roman" pitchFamily="18" charset="0"/>
              </a:rPr>
              <a:t>Je </a:t>
            </a:r>
            <a:r>
              <a:rPr lang="en-US" altLang="en-US" dirty="0" err="1">
                <a:latin typeface="Times New Roman" pitchFamily="18" charset="0"/>
                <a:ea typeface="Times New Roman" pitchFamily="18" charset="0"/>
              </a:rPr>
              <a:t>voudrais</a:t>
            </a:r>
            <a:r>
              <a:rPr lang="en-US" altLang="en-US" dirty="0">
                <a:latin typeface="Times New Roman" pitchFamily="18" charset="0"/>
                <a:ea typeface="Times New Roman" pitchFamily="18" charset="0"/>
              </a:rPr>
              <a:t> </a:t>
            </a:r>
            <a:r>
              <a:rPr lang="en-US" altLang="en-US" dirty="0" err="1">
                <a:latin typeface="Times New Roman" pitchFamily="18" charset="0"/>
                <a:ea typeface="Times New Roman" pitchFamily="18" charset="0"/>
              </a:rPr>
              <a:t>voir</a:t>
            </a:r>
            <a:r>
              <a:rPr lang="en-US" altLang="en-US" dirty="0">
                <a:latin typeface="Times New Roman" pitchFamily="18" charset="0"/>
                <a:ea typeface="Times New Roman" pitchFamily="18" charset="0"/>
              </a:rPr>
              <a:t>…</a:t>
            </a:r>
          </a:p>
          <a:p>
            <a:pPr lvl="0"/>
            <a:r>
              <a:rPr lang="fr-FR" altLang="en-US" sz="2800" dirty="0">
                <a:latin typeface="Times New Roman" pitchFamily="18" charset="0"/>
                <a:ea typeface="Times New Roman" pitchFamily="18" charset="0"/>
              </a:rPr>
              <a:t>le Directeur Général / le gérant / le gestionnaire</a:t>
            </a:r>
          </a:p>
          <a:p>
            <a:pPr lvl="0"/>
            <a:r>
              <a:rPr lang="fr-FR" altLang="en-US" sz="2800" dirty="0">
                <a:latin typeface="Times New Roman" pitchFamily="18" charset="0"/>
                <a:ea typeface="Times New Roman" pitchFamily="18" charset="0"/>
              </a:rPr>
              <a:t>le /la comptable                       </a:t>
            </a:r>
          </a:p>
          <a:p>
            <a:pPr lvl="0"/>
            <a:r>
              <a:rPr lang="fr-FR" altLang="en-US" sz="2800" dirty="0">
                <a:latin typeface="Times New Roman" pitchFamily="18" charset="0"/>
                <a:ea typeface="Times New Roman" pitchFamily="18" charset="0"/>
              </a:rPr>
              <a:t>le directeur / la directrice Marketing  (le / la responsable)                 </a:t>
            </a:r>
          </a:p>
          <a:p>
            <a:pPr lvl="0"/>
            <a:r>
              <a:rPr lang="fr-FR" altLang="en-US" sz="2800" dirty="0">
                <a:latin typeface="Times New Roman" pitchFamily="18" charset="0"/>
                <a:ea typeface="Times New Roman" pitchFamily="18" charset="0"/>
              </a:rPr>
              <a:t>le directeur / la directrice des ressources humaines </a:t>
            </a:r>
          </a:p>
          <a:p>
            <a:pPr lvl="0"/>
            <a:r>
              <a:rPr lang="fr-FR" altLang="en-US" sz="2800" dirty="0">
                <a:latin typeface="Times New Roman" pitchFamily="18" charset="0"/>
                <a:ea typeface="Times New Roman" pitchFamily="18" charset="0"/>
              </a:rPr>
              <a:t>le personnel d’opération </a:t>
            </a:r>
          </a:p>
          <a:p>
            <a:pPr lvl="0"/>
            <a:r>
              <a:rPr lang="fr-FR" altLang="en-US" sz="2800" dirty="0">
                <a:latin typeface="Times New Roman" pitchFamily="18" charset="0"/>
                <a:ea typeface="Times New Roman" pitchFamily="18" charset="0"/>
              </a:rPr>
              <a:t>le caissier / la caissière, le guichetier / la guichetière</a:t>
            </a:r>
          </a:p>
          <a:p>
            <a:pPr lvl="0"/>
            <a:r>
              <a:rPr lang="fr-FR" altLang="en-US" sz="2800" dirty="0">
                <a:latin typeface="Times New Roman" pitchFamily="18" charset="0"/>
                <a:ea typeface="Times New Roman" pitchFamily="18" charset="0"/>
              </a:rPr>
              <a:t>le personnel service client</a:t>
            </a:r>
          </a:p>
          <a:p>
            <a:pPr lvl="0"/>
            <a:r>
              <a:rPr lang="fr-FR" altLang="en-US" sz="2800" dirty="0">
                <a:latin typeface="Times New Roman" pitchFamily="18" charset="0"/>
                <a:ea typeface="Times New Roman" pitchFamily="18" charset="0"/>
              </a:rPr>
              <a:t>les auxiliaires (les agents de sécurités et sanitaires))   </a:t>
            </a:r>
          </a:p>
          <a:p>
            <a:pPr lvl="0"/>
            <a:endParaRPr lang="en-US" altLang="en-US" sz="2800" dirty="0">
              <a:latin typeface="Times New Roman" pitchFamily="18" charset="0"/>
              <a:ea typeface="Times New Roman" pitchFamily="18" charset="0"/>
            </a:endParaRPr>
          </a:p>
          <a:p>
            <a:pPr lvl="0" eaLnBrk="1" hangingPunct="1"/>
            <a:endParaRPr lang="fr-FR" alt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8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21920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ctr"/>
          <a:lstStyle>
            <a:lvl1pPr marL="0" indent="0" algn="ctr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44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1pPr>
          </a:lstStyle>
          <a:p>
            <a:pPr lvl="0" eaLnBrk="1" hangingPunct="1"/>
            <a:r>
              <a:rPr lang="fr-FR" altLang="en-US" sz="4000" b="1">
                <a:latin typeface="Times New Roman" pitchFamily="18" charset="0"/>
                <a:ea typeface="Times New Roman" pitchFamily="18" charset="0"/>
              </a:rPr>
              <a:t>Les Expressions et Terminologies I</a:t>
            </a:r>
            <a:r>
              <a:rPr lang="fr-FR" altLang="en-US" sz="4000">
                <a:latin typeface="Times New Roman" pitchFamily="18" charset="0"/>
                <a:ea typeface="Times New Roman" pitchFamily="18" charset="0"/>
              </a:rPr>
              <a:t>  </a:t>
            </a:r>
            <a:r>
              <a:rPr lang="en-US" altLang="en-US"/>
              <a:t>                                                                                                                                                                                                                    </a:t>
            </a:r>
            <a:br>
              <a:rPr lang="en-US" altLang="en-US"/>
            </a:br>
            <a:endParaRPr lang="fr-FR" altLang="en-US"/>
          </a:p>
        </p:txBody>
      </p:sp>
      <p:sp>
        <p:nvSpPr>
          <p:cNvPr id="1048609" name="Content Placeholder 2"/>
          <p:cNvSpPr>
            <a:spLocks noGrp="1"/>
          </p:cNvSpPr>
          <p:nvPr>
            <p:ph idx="1"/>
          </p:nvPr>
        </p:nvSpPr>
        <p:spPr>
          <a:xfrm>
            <a:off x="0" y="685800"/>
            <a:ext cx="9144000" cy="594360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t"/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Arial" charset="0"/>
              <a:buChar char="•"/>
              <a:defRPr sz="32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Arial" charset="0"/>
              <a:buChar char="–"/>
              <a:defRPr sz="2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Arial" charset="0"/>
              <a:buChar char="•"/>
              <a:defRPr sz="24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Arial" charset="0"/>
              <a:buChar char="–"/>
              <a:defRPr sz="20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Arial" charset="0"/>
              <a:buChar char="»"/>
              <a:defRPr sz="20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5pPr>
          </a:lstStyle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Demander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recevoir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livret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d’épargne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un carnet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bancaire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Demander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recevoir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chéquier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Remplir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formulaire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prêt, de virement, de placement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frais de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scolarité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Faire un placement fixe.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Verser de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l’argent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dans son compte.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Demander un relevé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bancaire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Payer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factures au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comptant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espèces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par virement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bancaire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par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chèque</a:t>
            </a:r>
            <a:r>
              <a:rPr lang="en-US" dirty="0"/>
              <a:t>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3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0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0960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ctr"/>
          <a:lstStyle>
            <a:lvl1pPr marL="0" indent="0" algn="ctr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44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1pPr>
          </a:lstStyle>
          <a:p>
            <a:pPr lvl="0" eaLnBrk="1" hangingPunct="1"/>
            <a:r>
              <a:rPr lang="fr-FR" altLang="en-US" b="1">
                <a:latin typeface="Times New Roman" pitchFamily="18" charset="0"/>
                <a:ea typeface="Times New Roman" pitchFamily="18" charset="0"/>
              </a:rPr>
              <a:t>Terminologies II</a:t>
            </a:r>
          </a:p>
        </p:txBody>
      </p:sp>
      <p:sp>
        <p:nvSpPr>
          <p:cNvPr id="1048611" name="Content Placeholder 2"/>
          <p:cNvSpPr>
            <a:spLocks noGrp="1"/>
          </p:cNvSpPr>
          <p:nvPr>
            <p:ph idx="1"/>
          </p:nvPr>
        </p:nvSpPr>
        <p:spPr>
          <a:xfrm>
            <a:off x="0" y="609600"/>
            <a:ext cx="8991600" cy="5516562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t"/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Arial" charset="0"/>
              <a:buChar char="•"/>
              <a:defRPr sz="32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Arial" charset="0"/>
              <a:buChar char="–"/>
              <a:defRPr sz="2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Arial" charset="0"/>
              <a:buChar char="•"/>
              <a:defRPr sz="24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Arial" charset="0"/>
              <a:buChar char="–"/>
              <a:defRPr sz="20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Arial" charset="0"/>
              <a:buChar char="»"/>
              <a:defRPr sz="20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5pPr>
          </a:lstStyle>
          <a:p>
            <a:pPr lvl="0"/>
            <a:r>
              <a:rPr lang="fr-FR" altLang="en-US">
                <a:latin typeface="Times New Roman" pitchFamily="18" charset="0"/>
                <a:ea typeface="Times New Roman" pitchFamily="18" charset="0"/>
              </a:rPr>
              <a:t>nouvelle succursale/ être de la succursale de Madina </a:t>
            </a:r>
          </a:p>
          <a:p>
            <a:pPr lvl="0" eaLnBrk="1" hangingPunct="1"/>
            <a:r>
              <a:rPr lang="fr-FR" altLang="en-US">
                <a:latin typeface="Times New Roman" pitchFamily="18" charset="0"/>
                <a:ea typeface="Times New Roman" pitchFamily="18" charset="0"/>
              </a:rPr>
              <a:t>Le guichet automatique de billet est en panne.</a:t>
            </a:r>
          </a:p>
          <a:p>
            <a:pPr lvl="0" eaLnBrk="1" hangingPunct="1"/>
            <a:r>
              <a:rPr lang="fr-FR" altLang="en-US">
                <a:latin typeface="Times New Roman" pitchFamily="18" charset="0"/>
                <a:ea typeface="Times New Roman" pitchFamily="18" charset="0"/>
              </a:rPr>
              <a:t>Titulaire/ détenteur d’un compte</a:t>
            </a:r>
          </a:p>
          <a:p>
            <a:pPr lvl="0" eaLnBrk="1" hangingPunct="1"/>
            <a:r>
              <a:rPr lang="fr-FR" altLang="en-US">
                <a:latin typeface="Times New Roman" pitchFamily="18" charset="0"/>
                <a:ea typeface="Times New Roman" pitchFamily="18" charset="0"/>
              </a:rPr>
              <a:t>La banque est en faillite</a:t>
            </a:r>
          </a:p>
          <a:p>
            <a:pPr lvl="0" eaLnBrk="1" hangingPunct="1"/>
            <a:r>
              <a:rPr lang="fr-FR" altLang="en-US">
                <a:latin typeface="Times New Roman" pitchFamily="18" charset="0"/>
                <a:ea typeface="Times New Roman" pitchFamily="18" charset="0"/>
              </a:rPr>
              <a:t>Annuler une transaction bancaire</a:t>
            </a:r>
          </a:p>
          <a:p>
            <a:pPr lvl="0" eaLnBrk="1" hangingPunct="1"/>
            <a:r>
              <a:rPr lang="fr-FR" altLang="en-US">
                <a:latin typeface="Times New Roman" pitchFamily="18" charset="0"/>
                <a:ea typeface="Times New Roman" pitchFamily="18" charset="0"/>
              </a:rPr>
              <a:t>Payer les frais bancaires</a:t>
            </a:r>
          </a:p>
          <a:p>
            <a:pPr lvl="0" eaLnBrk="1" hangingPunct="1"/>
            <a:r>
              <a:rPr lang="fr-FR" altLang="en-US">
                <a:latin typeface="Times New Roman" pitchFamily="18" charset="0"/>
                <a:ea typeface="Times New Roman" pitchFamily="18" charset="0"/>
              </a:rPr>
              <a:t>Vérifier son solde bancaire</a:t>
            </a:r>
          </a:p>
          <a:p>
            <a:pPr lvl="0" eaLnBrk="1" hangingPunct="1"/>
            <a:r>
              <a:rPr lang="fr-FR" altLang="en-US">
                <a:latin typeface="Times New Roman" pitchFamily="18" charset="0"/>
                <a:ea typeface="Times New Roman" pitchFamily="18" charset="0"/>
              </a:rPr>
              <a:t>Faire des économies/ faire des épargnes </a:t>
            </a:r>
          </a:p>
          <a:p>
            <a:pPr lvl="0" eaLnBrk="1" hangingPunct="1"/>
            <a:endParaRPr lang="fr-FR" altLang="en-US">
              <a:latin typeface="Times New Roman" pitchFamily="18" charset="0"/>
              <a:ea typeface="Times New Roman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5" name="Content Placeholder 2"/>
          <p:cNvSpPr>
            <a:spLocks noGrp="1"/>
          </p:cNvSpPr>
          <p:nvPr>
            <p:ph idx="1"/>
          </p:nvPr>
        </p:nvSpPr>
        <p:spPr>
          <a:xfrm>
            <a:off x="152400" y="0"/>
            <a:ext cx="8991600" cy="6126162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t"/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Arial" charset="0"/>
              <a:buChar char="•"/>
              <a:defRPr sz="32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Arial" charset="0"/>
              <a:buChar char="–"/>
              <a:defRPr sz="2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Arial" charset="0"/>
              <a:buChar char="•"/>
              <a:defRPr sz="24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Arial" charset="0"/>
              <a:buChar char="–"/>
              <a:defRPr sz="20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Arial" charset="0"/>
              <a:buChar char="»"/>
              <a:defRPr sz="20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5pPr>
          </a:lstStyle>
          <a:p>
            <a:pPr marL="0" lvl="0" indent="0" algn="ctr" eaLnBrk="1" hangingPunct="1">
              <a:buNone/>
            </a:pPr>
            <a:r>
              <a:rPr lang="fr-FR" altLang="en-US" sz="3600" b="1" dirty="0">
                <a:latin typeface="Times New Roman" pitchFamily="18" charset="0"/>
                <a:ea typeface="Times New Roman" pitchFamily="18" charset="0"/>
              </a:rPr>
              <a:t>Terminologies III</a:t>
            </a:r>
          </a:p>
          <a:p>
            <a:pPr marL="0" lvl="0" indent="0" eaLnBrk="1" hangingPunct="1"/>
            <a:r>
              <a:rPr lang="fr-FR" altLang="en-US" dirty="0">
                <a:latin typeface="Times New Roman" pitchFamily="18" charset="0"/>
                <a:ea typeface="Times New Roman" pitchFamily="18" charset="0"/>
              </a:rPr>
              <a:t> Faire un emprunt à la caisse</a:t>
            </a:r>
          </a:p>
          <a:p>
            <a:pPr marL="0" lvl="0" indent="0" eaLnBrk="1" hangingPunct="1"/>
            <a:r>
              <a:rPr lang="fr-FR" altLang="en-US" dirty="0">
                <a:latin typeface="Times New Roman" pitchFamily="18" charset="0"/>
                <a:ea typeface="Times New Roman" pitchFamily="18" charset="0"/>
              </a:rPr>
              <a:t> Demander un relevé bancaire </a:t>
            </a:r>
          </a:p>
          <a:p>
            <a:pPr marL="0" lvl="0" indent="0" eaLnBrk="1" hangingPunct="1"/>
            <a:r>
              <a:rPr lang="fr-FR" altLang="en-US" dirty="0">
                <a:latin typeface="Times New Roman" pitchFamily="18" charset="0"/>
                <a:ea typeface="Times New Roman" pitchFamily="18" charset="0"/>
              </a:rPr>
              <a:t> Mandater quelqu’un (autoriser quelqu’un)</a:t>
            </a:r>
          </a:p>
          <a:p>
            <a:pPr marL="0" lvl="0" indent="0" eaLnBrk="1" hangingPunct="1"/>
            <a:r>
              <a:rPr lang="fr-FR" altLang="en-US" dirty="0">
                <a:latin typeface="Times New Roman" pitchFamily="18" charset="0"/>
                <a:ea typeface="Times New Roman" pitchFamily="18" charset="0"/>
              </a:rPr>
              <a:t> Créditer ou débiter un compte</a:t>
            </a:r>
          </a:p>
          <a:p>
            <a:pPr marL="0" lvl="0" indent="0" eaLnBrk="1" hangingPunct="1"/>
            <a:r>
              <a:rPr lang="fr-FR" altLang="en-US" dirty="0">
                <a:latin typeface="Times New Roman" pitchFamily="18" charset="0"/>
                <a:ea typeface="Times New Roman" pitchFamily="18" charset="0"/>
              </a:rPr>
              <a:t> Toucher un cheque </a:t>
            </a:r>
          </a:p>
          <a:p>
            <a:pPr marL="0" lvl="0" indent="0" eaLnBrk="1" hangingPunct="1"/>
            <a:r>
              <a:rPr lang="fr-FR" altLang="en-US" dirty="0">
                <a:latin typeface="Times New Roman" pitchFamily="18" charset="0"/>
                <a:ea typeface="Times New Roman" pitchFamily="18" charset="0"/>
              </a:rPr>
              <a:t> Ouvrir ou fermer un compte</a:t>
            </a:r>
          </a:p>
          <a:p>
            <a:pPr marL="0" lvl="0" indent="0" eaLnBrk="1" hangingPunct="1"/>
            <a:r>
              <a:rPr lang="fr-FR" altLang="en-US" dirty="0">
                <a:latin typeface="Times New Roman" pitchFamily="18" charset="0"/>
                <a:ea typeface="Times New Roman" pitchFamily="18" charset="0"/>
              </a:rPr>
              <a:t> Servir  un client</a:t>
            </a:r>
          </a:p>
          <a:p>
            <a:pPr marL="0" lvl="0" indent="0" eaLnBrk="1" hangingPunct="1"/>
            <a:r>
              <a:rPr lang="fr-FR" altLang="en-US" dirty="0">
                <a:latin typeface="Times New Roman" pitchFamily="18" charset="0"/>
                <a:ea typeface="Times New Roman" pitchFamily="18" charset="0"/>
              </a:rPr>
              <a:t> Acheter des actions (actionnaire)</a:t>
            </a:r>
          </a:p>
          <a:p>
            <a:pPr marL="0" lvl="0" indent="0" eaLnBrk="1" hangingPunct="1"/>
            <a:r>
              <a:rPr lang="fr-FR" altLang="en-US" dirty="0">
                <a:latin typeface="Times New Roman" pitchFamily="18" charset="0"/>
                <a:ea typeface="Times New Roman" pitchFamily="18" charset="0"/>
              </a:rPr>
              <a:t> Utiliser un compteur de billet</a:t>
            </a:r>
          </a:p>
          <a:p>
            <a:pPr marL="0" lvl="0" indent="0" eaLnBrk="1" hangingPunct="1"/>
            <a:endParaRPr lang="fr-FR" altLang="en-US" sz="3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6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3820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ctr"/>
          <a:lstStyle>
            <a:lvl1pPr marL="0" indent="0" algn="ctr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44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1pPr>
          </a:lstStyle>
          <a:p>
            <a:pPr lvl="0"/>
            <a:r>
              <a:rPr lang="en-US" altLang="en-US" b="1">
                <a:latin typeface="Times New Roman" pitchFamily="18" charset="0"/>
                <a:ea typeface="Times New Roman" pitchFamily="18" charset="0"/>
              </a:rPr>
              <a:t>Les Types de </a:t>
            </a:r>
            <a:r>
              <a:rPr lang="fr-FR" altLang="en-US" b="1">
                <a:latin typeface="Times New Roman" pitchFamily="18" charset="0"/>
                <a:ea typeface="Times New Roman" pitchFamily="18" charset="0"/>
              </a:rPr>
              <a:t>Chèque</a:t>
            </a:r>
            <a:r>
              <a:rPr lang="en-US" altLang="en-US">
                <a:latin typeface="Times New Roman" pitchFamily="18" charset="0"/>
                <a:ea typeface="Times New Roman" pitchFamily="18" charset="0"/>
              </a:rPr>
              <a:t> </a:t>
            </a:r>
          </a:p>
        </p:txBody>
      </p:sp>
      <p:sp>
        <p:nvSpPr>
          <p:cNvPr id="1048617" name="Content Placeholder 2"/>
          <p:cNvSpPr>
            <a:spLocks noGrp="1"/>
          </p:cNvSpPr>
          <p:nvPr>
            <p:ph idx="1"/>
          </p:nvPr>
        </p:nvSpPr>
        <p:spPr>
          <a:xfrm>
            <a:off x="495300" y="838200"/>
            <a:ext cx="8153400" cy="601980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t"/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Arial" charset="0"/>
              <a:buChar char="•"/>
              <a:defRPr sz="32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Arial" charset="0"/>
              <a:buChar char="–"/>
              <a:defRPr sz="2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Arial" charset="0"/>
              <a:buChar char="•"/>
              <a:defRPr sz="24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Arial" charset="0"/>
              <a:buChar char="–"/>
              <a:defRPr sz="20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Arial" charset="0"/>
              <a:buChar char="»"/>
              <a:defRPr sz="20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5pPr>
          </a:lstStyle>
          <a:p>
            <a:pPr lvl="0"/>
            <a:r>
              <a:rPr lang="fr-FR" altLang="en-US" dirty="0">
                <a:latin typeface="Times New Roman" pitchFamily="18" charset="0"/>
                <a:ea typeface="Times New Roman" pitchFamily="18" charset="0"/>
              </a:rPr>
              <a:t>Un chèque ouvert (open cheque)</a:t>
            </a:r>
          </a:p>
          <a:p>
            <a:pPr lvl="0"/>
            <a:r>
              <a:rPr lang="fr-FR" altLang="en-US" dirty="0">
                <a:latin typeface="Times New Roman" pitchFamily="18" charset="0"/>
                <a:ea typeface="Times New Roman" pitchFamily="18" charset="0"/>
              </a:rPr>
              <a:t>Un chèque anti daté (</a:t>
            </a:r>
            <a:r>
              <a:rPr lang="fr-FR" altLang="en-US" dirty="0" err="1">
                <a:latin typeface="Times New Roman" pitchFamily="18" charset="0"/>
                <a:ea typeface="Times New Roman" pitchFamily="18" charset="0"/>
              </a:rPr>
              <a:t>pre-dated</a:t>
            </a:r>
            <a:r>
              <a:rPr lang="fr-FR" altLang="en-US" dirty="0">
                <a:latin typeface="Times New Roman" pitchFamily="18" charset="0"/>
                <a:ea typeface="Times New Roman" pitchFamily="18" charset="0"/>
              </a:rPr>
              <a:t>)</a:t>
            </a:r>
          </a:p>
          <a:p>
            <a:pPr lvl="0"/>
            <a:r>
              <a:rPr lang="fr-FR" altLang="en-US" dirty="0">
                <a:latin typeface="Times New Roman" pitchFamily="18" charset="0"/>
                <a:ea typeface="Times New Roman" pitchFamily="18" charset="0"/>
              </a:rPr>
              <a:t>Un chèque post daté (post-</a:t>
            </a:r>
            <a:r>
              <a:rPr lang="fr-FR" altLang="en-US" dirty="0" err="1">
                <a:latin typeface="Times New Roman" pitchFamily="18" charset="0"/>
                <a:ea typeface="Times New Roman" pitchFamily="18" charset="0"/>
              </a:rPr>
              <a:t>dated</a:t>
            </a:r>
            <a:r>
              <a:rPr lang="fr-FR" altLang="en-US" dirty="0">
                <a:latin typeface="Times New Roman" pitchFamily="18" charset="0"/>
                <a:ea typeface="Times New Roman" pitchFamily="18" charset="0"/>
              </a:rPr>
              <a:t>)</a:t>
            </a:r>
          </a:p>
          <a:p>
            <a:pPr lvl="0"/>
            <a:r>
              <a:rPr lang="fr-FR" altLang="en-US" dirty="0">
                <a:latin typeface="Times New Roman" pitchFamily="18" charset="0"/>
                <a:ea typeface="Times New Roman" pitchFamily="18" charset="0"/>
              </a:rPr>
              <a:t>Un chèque croisé (</a:t>
            </a:r>
            <a:r>
              <a:rPr lang="fr-FR" altLang="en-US" dirty="0" err="1">
                <a:latin typeface="Times New Roman" pitchFamily="18" charset="0"/>
                <a:ea typeface="Times New Roman" pitchFamily="18" charset="0"/>
              </a:rPr>
              <a:t>crossed</a:t>
            </a:r>
            <a:r>
              <a:rPr lang="fr-FR" altLang="en-US" dirty="0">
                <a:latin typeface="Times New Roman" pitchFamily="18" charset="0"/>
                <a:ea typeface="Times New Roman" pitchFamily="18" charset="0"/>
              </a:rPr>
              <a:t>)</a:t>
            </a:r>
          </a:p>
          <a:p>
            <a:pPr lvl="0"/>
            <a:endParaRPr lang="fr-FR" altLang="en-US" dirty="0">
              <a:latin typeface="Times New Roman" pitchFamily="18" charset="0"/>
              <a:ea typeface="Times New Roman" pitchFamily="18" charset="0"/>
            </a:endParaRPr>
          </a:p>
          <a:p>
            <a:pPr lvl="0" algn="ctr">
              <a:buNone/>
            </a:pPr>
            <a:r>
              <a:rPr lang="fr-FR" altLang="en-US" b="1" dirty="0">
                <a:latin typeface="Times New Roman" pitchFamily="18" charset="0"/>
                <a:ea typeface="Times New Roman" pitchFamily="18" charset="0"/>
              </a:rPr>
              <a:t>Les types de cartes bancaire</a:t>
            </a:r>
          </a:p>
          <a:p>
            <a:pPr lvl="0"/>
            <a:r>
              <a:rPr lang="fr-FR" altLang="en-US" dirty="0">
                <a:latin typeface="Times New Roman" pitchFamily="18" charset="0"/>
                <a:ea typeface="Times New Roman" pitchFamily="18" charset="0"/>
              </a:rPr>
              <a:t>Carte puce = Smart </a:t>
            </a:r>
            <a:r>
              <a:rPr lang="fr-FR" altLang="en-US" dirty="0" err="1">
                <a:latin typeface="Times New Roman" pitchFamily="18" charset="0"/>
                <a:ea typeface="Times New Roman" pitchFamily="18" charset="0"/>
              </a:rPr>
              <a:t>card</a:t>
            </a:r>
            <a:endParaRPr lang="fr-FR" altLang="en-US" dirty="0">
              <a:latin typeface="Times New Roman" pitchFamily="18" charset="0"/>
              <a:ea typeface="Times New Roman" pitchFamily="18" charset="0"/>
            </a:endParaRPr>
          </a:p>
          <a:p>
            <a:pPr lvl="0"/>
            <a:r>
              <a:rPr lang="fr-FR" altLang="en-US" dirty="0">
                <a:latin typeface="Times New Roman" pitchFamily="18" charset="0"/>
                <a:ea typeface="Times New Roman" pitchFamily="18" charset="0"/>
              </a:rPr>
              <a:t>Carte bleue = visa </a:t>
            </a:r>
            <a:r>
              <a:rPr lang="fr-FR" altLang="en-US" dirty="0" err="1">
                <a:latin typeface="Times New Roman" pitchFamily="18" charset="0"/>
                <a:ea typeface="Times New Roman" pitchFamily="18" charset="0"/>
              </a:rPr>
              <a:t>card</a:t>
            </a:r>
            <a:endParaRPr lang="fr-FR" altLang="en-US" dirty="0">
              <a:latin typeface="Times New Roman" pitchFamily="18" charset="0"/>
              <a:ea typeface="Times New Roman" pitchFamily="18" charset="0"/>
            </a:endParaRPr>
          </a:p>
          <a:p>
            <a:pPr lvl="0"/>
            <a:r>
              <a:rPr lang="fr-FR" altLang="en-US" dirty="0">
                <a:latin typeface="Times New Roman" pitchFamily="18" charset="0"/>
                <a:ea typeface="Times New Roman" pitchFamily="18" charset="0"/>
              </a:rPr>
              <a:t>Carte de crédit = </a:t>
            </a:r>
            <a:r>
              <a:rPr lang="fr-FR" altLang="en-US" dirty="0" err="1">
                <a:latin typeface="Times New Roman" pitchFamily="18" charset="0"/>
                <a:ea typeface="Times New Roman" pitchFamily="18" charset="0"/>
              </a:rPr>
              <a:t>credit</a:t>
            </a:r>
            <a:r>
              <a:rPr lang="fr-FR" altLang="en-US" dirty="0">
                <a:latin typeface="Times New Roman" pitchFamily="18" charset="0"/>
                <a:ea typeface="Times New Roman" pitchFamily="18" charset="0"/>
              </a:rPr>
              <a:t> </a:t>
            </a:r>
            <a:r>
              <a:rPr lang="fr-FR" altLang="en-US" dirty="0" err="1">
                <a:latin typeface="Times New Roman" pitchFamily="18" charset="0"/>
                <a:ea typeface="Times New Roman" pitchFamily="18" charset="0"/>
              </a:rPr>
              <a:t>card</a:t>
            </a:r>
            <a:endParaRPr lang="fr-FR" altLang="en-US" dirty="0">
              <a:latin typeface="Times New Roman" pitchFamily="18" charset="0"/>
              <a:ea typeface="Times New Roman" pitchFamily="18" charset="0"/>
            </a:endParaRPr>
          </a:p>
          <a:p>
            <a:pPr lvl="0"/>
            <a:r>
              <a:rPr lang="fr-FR" altLang="en-US" dirty="0">
                <a:latin typeface="Times New Roman" pitchFamily="18" charset="0"/>
                <a:ea typeface="Times New Roman" pitchFamily="18" charset="0"/>
              </a:rPr>
              <a:t>Carte de </a:t>
            </a:r>
            <a:r>
              <a:rPr lang="fr-FR" altLang="en-US" dirty="0" err="1">
                <a:latin typeface="Times New Roman" pitchFamily="18" charset="0"/>
                <a:ea typeface="Times New Roman" pitchFamily="18" charset="0"/>
              </a:rPr>
              <a:t>rétrait</a:t>
            </a:r>
            <a:r>
              <a:rPr lang="fr-FR" altLang="en-US" dirty="0">
                <a:latin typeface="Times New Roman" pitchFamily="18" charset="0"/>
                <a:ea typeface="Times New Roman" pitchFamily="18" charset="0"/>
              </a:rPr>
              <a:t> = Cash </a:t>
            </a:r>
            <a:r>
              <a:rPr lang="fr-FR" altLang="en-US" dirty="0" err="1">
                <a:latin typeface="Times New Roman" pitchFamily="18" charset="0"/>
                <a:ea typeface="Times New Roman" pitchFamily="18" charset="0"/>
              </a:rPr>
              <a:t>card</a:t>
            </a:r>
            <a:endParaRPr lang="fr-FR" altLang="en-US" dirty="0">
              <a:latin typeface="Times New Roman" pitchFamily="18" charset="0"/>
              <a:ea typeface="Times New Roman" pitchFamily="18" charset="0"/>
            </a:endParaRPr>
          </a:p>
          <a:p>
            <a:pPr lvl="0"/>
            <a:endParaRPr lang="fr-FR" altLang="en-US" dirty="0">
              <a:latin typeface="Times New Roman" pitchFamily="18" charset="0"/>
              <a:ea typeface="Times New Roman" pitchFamily="18" charset="0"/>
            </a:endParaRPr>
          </a:p>
          <a:p>
            <a:pPr lvl="0"/>
            <a:endParaRPr lang="fr-FR" altLang="en-US" dirty="0">
              <a:latin typeface="Times New Roman" pitchFamily="18" charset="0"/>
              <a:ea typeface="Times New Roman" pitchFamily="18" charset="0"/>
            </a:endParaRPr>
          </a:p>
          <a:p>
            <a:pPr lvl="0"/>
            <a:endParaRPr lang="fr-FR" altLang="en-US" dirty="0">
              <a:latin typeface="Times New Roman" pitchFamily="18" charset="0"/>
              <a:ea typeface="Times New Roman" pitchFamily="18" charset="0"/>
            </a:endParaRPr>
          </a:p>
          <a:p>
            <a:pPr lvl="0"/>
            <a:endParaRPr lang="fr-FR" altLang="en-US" dirty="0">
              <a:latin typeface="Times New Roman" pitchFamily="18" charset="0"/>
              <a:ea typeface="Times New Roman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8" name="Title 1"/>
          <p:cNvSpPr>
            <a:spLocks noGrp="1"/>
          </p:cNvSpPr>
          <p:nvPr>
            <p:ph type="title"/>
          </p:nvPr>
        </p:nvSpPr>
        <p:spPr>
          <a:xfrm>
            <a:off x="228600" y="76200"/>
            <a:ext cx="8915400" cy="50323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ctr"/>
          <a:lstStyle>
            <a:lvl1pPr marL="0" indent="0" algn="ctr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44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1pPr>
          </a:lstStyle>
          <a:p>
            <a:pPr lvl="0"/>
            <a:r>
              <a:rPr lang="fr-FR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Exercice : Complétez les phrases avec les mots suivants</a:t>
            </a:r>
          </a:p>
        </p:txBody>
      </p:sp>
      <p:sp>
        <p:nvSpPr>
          <p:cNvPr id="1048619" name="Content Placeholder 2"/>
          <p:cNvSpPr>
            <a:spLocks noGrp="1"/>
          </p:cNvSpPr>
          <p:nvPr>
            <p:ph idx="1"/>
          </p:nvPr>
        </p:nvSpPr>
        <p:spPr>
          <a:xfrm>
            <a:off x="228600" y="762000"/>
            <a:ext cx="8915400" cy="5897562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t"/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Arial" charset="0"/>
              <a:buChar char="•"/>
              <a:defRPr sz="32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Arial" charset="0"/>
              <a:buChar char="–"/>
              <a:defRPr sz="2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Arial" charset="0"/>
              <a:buChar char="•"/>
              <a:defRPr sz="24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Arial" charset="0"/>
              <a:buChar char="–"/>
              <a:defRPr sz="20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Arial" charset="0"/>
              <a:buChar char="»"/>
              <a:defRPr sz="20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5pPr>
          </a:lstStyle>
          <a:p>
            <a:pPr marL="0" lvl="0" indent="0">
              <a:buNone/>
            </a:pPr>
            <a:r>
              <a:rPr lang="fr-FR" altLang="en-US" sz="2400" b="1" dirty="0">
                <a:solidFill>
                  <a:srgbClr val="FF0000"/>
                </a:solidFill>
                <a:latin typeface="Times New Roman" pitchFamily="18" charset="0"/>
                <a:ea typeface="Times New Roman" pitchFamily="18" charset="0"/>
              </a:rPr>
              <a:t>(compte – carte – argent – banque – chèque – guichet – distributeur – retrait – virement – ouvrir)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Madame Narkie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à la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banque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pour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déposer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l’argent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Il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veut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ouvrir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un compte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bancaire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Je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paie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avec ma carte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bancaire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Il fait un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retrait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100 euros au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distributeur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client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donne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chèque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au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caissier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Je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fais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 queue au guichet pour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déposer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l’argent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lvl="0" indent="0">
              <a:buNone/>
            </a:pPr>
            <a:endParaRPr lang="en-US" altLang="en-US" sz="2400" b="1" dirty="0">
              <a:solidFill>
                <a:srgbClr val="FF0000"/>
              </a:solidFill>
              <a:latin typeface="Times New Roman" pitchFamily="18" charset="0"/>
              <a:ea typeface="Times New Roman" pitchFamily="18" charset="0"/>
            </a:endParaRPr>
          </a:p>
          <a:p>
            <a:pPr marL="0" lvl="0" indent="0">
              <a:buNone/>
            </a:pPr>
            <a:endParaRPr lang="en-US" altLang="en-US" sz="2400" b="1" dirty="0">
              <a:solidFill>
                <a:srgbClr val="FF0000"/>
              </a:solidFill>
              <a:latin typeface="Times New Roman" pitchFamily="18" charset="0"/>
              <a:ea typeface="Times New Roman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0" name="Content Placeholder 2"/>
          <p:cNvSpPr>
            <a:spLocks noGrp="1"/>
          </p:cNvSpPr>
          <p:nvPr>
            <p:ph idx="1"/>
          </p:nvPr>
        </p:nvSpPr>
        <p:spPr>
          <a:xfrm>
            <a:off x="0" y="152400"/>
            <a:ext cx="9144000" cy="5973762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t"/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Arial" charset="0"/>
              <a:buChar char="•"/>
              <a:defRPr sz="32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Arial" charset="0"/>
              <a:buChar char="–"/>
              <a:defRPr sz="2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Arial" charset="0"/>
              <a:buChar char="•"/>
              <a:defRPr sz="24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Arial" charset="0"/>
              <a:buChar char="–"/>
              <a:defRPr sz="20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Arial" charset="0"/>
              <a:buChar char="»"/>
              <a:defRPr sz="20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5pPr>
          </a:lstStyle>
          <a:p>
            <a:pPr marL="0" lvl="0" indent="0">
              <a:buNone/>
            </a:pPr>
            <a:endParaRPr lang="en-US" altLang="en-US">
              <a:latin typeface="Times New Roman" pitchFamily="18" charset="0"/>
              <a:ea typeface="Times New Roman" pitchFamily="18" charset="0"/>
            </a:endParaRPr>
          </a:p>
          <a:p>
            <a:pPr marL="0" lvl="0" indent="0" algn="ctr" eaLnBrk="1" hangingPunct="1">
              <a:buNone/>
            </a:pPr>
            <a:r>
              <a:rPr lang="fr-FR" altLang="en-US" b="1">
                <a:latin typeface="Times New Roman" pitchFamily="18" charset="0"/>
                <a:ea typeface="Times New Roman" pitchFamily="18" charset="0"/>
              </a:rPr>
              <a:t>CONJUGAISON</a:t>
            </a:r>
          </a:p>
          <a:p>
            <a:pPr marL="0" lvl="0" indent="0" eaLnBrk="1" hangingPunct="1">
              <a:buNone/>
            </a:pPr>
            <a:r>
              <a:rPr lang="fr-FR" altLang="en-US">
                <a:latin typeface="Times New Roman" pitchFamily="18" charset="0"/>
                <a:ea typeface="Times New Roman" pitchFamily="18" charset="0"/>
              </a:rPr>
              <a:t>Révision de quelques verbes au présent:</a:t>
            </a:r>
          </a:p>
          <a:p>
            <a:pPr marL="0" lvl="0" indent="0" eaLnBrk="1" hangingPunct="1">
              <a:buNone/>
            </a:pPr>
            <a:r>
              <a:rPr lang="fr-FR" altLang="en-US" i="1">
                <a:latin typeface="Times New Roman" pitchFamily="18" charset="0"/>
                <a:ea typeface="Times New Roman" pitchFamily="18" charset="0"/>
              </a:rPr>
              <a:t>Ouvrir, fermer, faire, rendre, retirer, effectuer</a:t>
            </a:r>
            <a:r>
              <a:rPr lang="fr-FR" altLang="en-US">
                <a:latin typeface="Times New Roman" pitchFamily="18" charset="0"/>
                <a:ea typeface="Times New Roman" pitchFamily="18" charset="0"/>
              </a:rPr>
              <a:t> etc…</a:t>
            </a:r>
          </a:p>
          <a:p>
            <a:pPr marL="0" lvl="0" indent="0" eaLnBrk="1" hangingPunct="1">
              <a:buNone/>
            </a:pPr>
            <a:r>
              <a:rPr lang="fr-FR" altLang="en-US" u="sng">
                <a:latin typeface="Times New Roman" pitchFamily="18" charset="0"/>
                <a:ea typeface="Times New Roman" pitchFamily="18" charset="0"/>
              </a:rPr>
              <a:t>Ouvrir</a:t>
            </a:r>
            <a:r>
              <a:rPr lang="fr-FR" altLang="en-US">
                <a:latin typeface="Times New Roman" pitchFamily="18" charset="0"/>
                <a:ea typeface="Times New Roman" pitchFamily="18" charset="0"/>
              </a:rPr>
              <a:t>			</a:t>
            </a:r>
            <a:r>
              <a:rPr lang="fr-FR" altLang="en-US" u="sng">
                <a:latin typeface="Times New Roman" pitchFamily="18" charset="0"/>
                <a:ea typeface="Times New Roman" pitchFamily="18" charset="0"/>
              </a:rPr>
              <a:t>Rendre</a:t>
            </a:r>
            <a:r>
              <a:rPr lang="fr-FR" altLang="en-US">
                <a:latin typeface="Times New Roman" pitchFamily="18" charset="0"/>
                <a:ea typeface="Times New Roman" pitchFamily="18" charset="0"/>
              </a:rPr>
              <a:t>		</a:t>
            </a:r>
            <a:r>
              <a:rPr lang="fr-FR" altLang="en-US" u="sng">
                <a:latin typeface="Times New Roman" pitchFamily="18" charset="0"/>
                <a:ea typeface="Times New Roman" pitchFamily="18" charset="0"/>
              </a:rPr>
              <a:t>Faire</a:t>
            </a:r>
          </a:p>
          <a:p>
            <a:pPr marL="0" lvl="0" indent="0" eaLnBrk="1" hangingPunct="1">
              <a:buNone/>
            </a:pPr>
            <a:r>
              <a:rPr lang="fr-FR" altLang="en-US" sz="2800">
                <a:latin typeface="Times New Roman" pitchFamily="18" charset="0"/>
                <a:ea typeface="Times New Roman" pitchFamily="18" charset="0"/>
              </a:rPr>
              <a:t>J’ouvr</a:t>
            </a:r>
            <a:r>
              <a:rPr lang="fr-FR" altLang="en-US" sz="2800">
                <a:solidFill>
                  <a:srgbClr val="FF0000"/>
                </a:solidFill>
                <a:latin typeface="Times New Roman" pitchFamily="18" charset="0"/>
                <a:ea typeface="Times New Roman" pitchFamily="18" charset="0"/>
              </a:rPr>
              <a:t>e</a:t>
            </a:r>
            <a:r>
              <a:rPr lang="fr-FR" altLang="en-US" sz="2800">
                <a:latin typeface="Times New Roman" pitchFamily="18" charset="0"/>
                <a:ea typeface="Times New Roman" pitchFamily="18" charset="0"/>
              </a:rPr>
              <a:t>			Je ren</a:t>
            </a:r>
            <a:r>
              <a:rPr lang="fr-FR" altLang="en-US" sz="2800">
                <a:solidFill>
                  <a:srgbClr val="FF0000"/>
                </a:solidFill>
                <a:latin typeface="Times New Roman" pitchFamily="18" charset="0"/>
                <a:ea typeface="Times New Roman" pitchFamily="18" charset="0"/>
              </a:rPr>
              <a:t>ds		je fais</a:t>
            </a:r>
          </a:p>
          <a:p>
            <a:pPr marL="0" lvl="0" indent="0" eaLnBrk="1" hangingPunct="1">
              <a:buNone/>
            </a:pPr>
            <a:r>
              <a:rPr lang="fr-FR" altLang="en-US" sz="2800">
                <a:latin typeface="Times New Roman" pitchFamily="18" charset="0"/>
                <a:ea typeface="Times New Roman" pitchFamily="18" charset="0"/>
              </a:rPr>
              <a:t>Tu ouvr</a:t>
            </a:r>
            <a:r>
              <a:rPr lang="fr-FR" altLang="en-US" sz="2800">
                <a:solidFill>
                  <a:srgbClr val="FF0000"/>
                </a:solidFill>
                <a:latin typeface="Times New Roman" pitchFamily="18" charset="0"/>
                <a:ea typeface="Times New Roman" pitchFamily="18" charset="0"/>
              </a:rPr>
              <a:t>es</a:t>
            </a:r>
            <a:r>
              <a:rPr lang="fr-FR" altLang="en-US" sz="2800">
                <a:latin typeface="Times New Roman" pitchFamily="18" charset="0"/>
                <a:ea typeface="Times New Roman" pitchFamily="18" charset="0"/>
              </a:rPr>
              <a:t>			Tu ren</a:t>
            </a:r>
            <a:r>
              <a:rPr lang="fr-FR" altLang="en-US" sz="2800">
                <a:solidFill>
                  <a:srgbClr val="FF0000"/>
                </a:solidFill>
                <a:latin typeface="Times New Roman" pitchFamily="18" charset="0"/>
                <a:ea typeface="Times New Roman" pitchFamily="18" charset="0"/>
              </a:rPr>
              <a:t>ds		tu fais</a:t>
            </a:r>
          </a:p>
          <a:p>
            <a:pPr marL="0" lvl="0" indent="0" eaLnBrk="1" hangingPunct="1">
              <a:buNone/>
            </a:pPr>
            <a:r>
              <a:rPr lang="fr-FR" altLang="en-US" sz="2800">
                <a:latin typeface="Times New Roman" pitchFamily="18" charset="0"/>
                <a:ea typeface="Times New Roman" pitchFamily="18" charset="0"/>
              </a:rPr>
              <a:t>Il/elle ouvr</a:t>
            </a:r>
            <a:r>
              <a:rPr lang="fr-FR" altLang="en-US" sz="2800">
                <a:solidFill>
                  <a:srgbClr val="FF0000"/>
                </a:solidFill>
                <a:latin typeface="Times New Roman" pitchFamily="18" charset="0"/>
                <a:ea typeface="Times New Roman" pitchFamily="18" charset="0"/>
              </a:rPr>
              <a:t>e</a:t>
            </a:r>
            <a:r>
              <a:rPr lang="fr-FR" altLang="en-US" sz="2800">
                <a:latin typeface="Times New Roman" pitchFamily="18" charset="0"/>
                <a:ea typeface="Times New Roman" pitchFamily="18" charset="0"/>
              </a:rPr>
              <a:t>			Il/elle ren</a:t>
            </a:r>
            <a:r>
              <a:rPr lang="fr-FR" altLang="en-US" sz="2800">
                <a:solidFill>
                  <a:srgbClr val="FF0000"/>
                </a:solidFill>
                <a:latin typeface="Times New Roman" pitchFamily="18" charset="0"/>
                <a:ea typeface="Times New Roman" pitchFamily="18" charset="0"/>
              </a:rPr>
              <a:t>d		il/elle fait</a:t>
            </a:r>
          </a:p>
          <a:p>
            <a:pPr marL="0" lvl="0" indent="0" eaLnBrk="1" hangingPunct="1">
              <a:buNone/>
            </a:pPr>
            <a:r>
              <a:rPr lang="fr-FR" altLang="en-US" sz="2800">
                <a:latin typeface="Times New Roman" pitchFamily="18" charset="0"/>
                <a:ea typeface="Times New Roman" pitchFamily="18" charset="0"/>
              </a:rPr>
              <a:t>Nous ouvr</a:t>
            </a:r>
            <a:r>
              <a:rPr lang="fr-FR" altLang="en-US" sz="2800">
                <a:solidFill>
                  <a:srgbClr val="FF0000"/>
                </a:solidFill>
                <a:latin typeface="Times New Roman" pitchFamily="18" charset="0"/>
                <a:ea typeface="Times New Roman" pitchFamily="18" charset="0"/>
              </a:rPr>
              <a:t>ons</a:t>
            </a:r>
            <a:r>
              <a:rPr lang="fr-FR" altLang="en-US" sz="2800">
                <a:latin typeface="Times New Roman" pitchFamily="18" charset="0"/>
                <a:ea typeface="Times New Roman" pitchFamily="18" charset="0"/>
              </a:rPr>
              <a:t>		Nous ren</a:t>
            </a:r>
            <a:r>
              <a:rPr lang="fr-FR" altLang="en-US" sz="2800">
                <a:solidFill>
                  <a:srgbClr val="FF0000"/>
                </a:solidFill>
                <a:latin typeface="Times New Roman" pitchFamily="18" charset="0"/>
                <a:ea typeface="Times New Roman" pitchFamily="18" charset="0"/>
              </a:rPr>
              <a:t>dons	nous faisons</a:t>
            </a:r>
          </a:p>
          <a:p>
            <a:pPr marL="0" lvl="0" indent="0" eaLnBrk="1" hangingPunct="1">
              <a:buNone/>
            </a:pPr>
            <a:r>
              <a:rPr lang="fr-FR" altLang="en-US" sz="2800">
                <a:latin typeface="Times New Roman" pitchFamily="18" charset="0"/>
                <a:ea typeface="Times New Roman" pitchFamily="18" charset="0"/>
              </a:rPr>
              <a:t>Vous ouvr</a:t>
            </a:r>
            <a:r>
              <a:rPr lang="fr-FR" altLang="en-US" sz="2800">
                <a:solidFill>
                  <a:srgbClr val="FF0000"/>
                </a:solidFill>
                <a:latin typeface="Times New Roman" pitchFamily="18" charset="0"/>
                <a:ea typeface="Times New Roman" pitchFamily="18" charset="0"/>
              </a:rPr>
              <a:t>ez</a:t>
            </a:r>
            <a:r>
              <a:rPr lang="fr-FR" altLang="en-US" sz="2800">
                <a:latin typeface="Times New Roman" pitchFamily="18" charset="0"/>
                <a:ea typeface="Times New Roman" pitchFamily="18" charset="0"/>
              </a:rPr>
              <a:t>			Vous ren</a:t>
            </a:r>
            <a:r>
              <a:rPr lang="fr-FR" altLang="en-US" sz="2800">
                <a:solidFill>
                  <a:srgbClr val="FF0000"/>
                </a:solidFill>
                <a:latin typeface="Times New Roman" pitchFamily="18" charset="0"/>
                <a:ea typeface="Times New Roman" pitchFamily="18" charset="0"/>
              </a:rPr>
              <a:t>dez		vous faites</a:t>
            </a:r>
          </a:p>
          <a:p>
            <a:pPr marL="0" lvl="0" indent="0" eaLnBrk="1" hangingPunct="1">
              <a:buNone/>
            </a:pPr>
            <a:r>
              <a:rPr lang="fr-FR" altLang="en-US" sz="2800">
                <a:latin typeface="Times New Roman" pitchFamily="18" charset="0"/>
                <a:ea typeface="Times New Roman" pitchFamily="18" charset="0"/>
              </a:rPr>
              <a:t>Ils/elles ouvr</a:t>
            </a:r>
            <a:r>
              <a:rPr lang="fr-FR" altLang="en-US" sz="2800">
                <a:solidFill>
                  <a:srgbClr val="FF0000"/>
                </a:solidFill>
                <a:latin typeface="Times New Roman" pitchFamily="18" charset="0"/>
                <a:ea typeface="Times New Roman" pitchFamily="18" charset="0"/>
              </a:rPr>
              <a:t>ent</a:t>
            </a:r>
            <a:r>
              <a:rPr lang="fr-FR" altLang="en-US" sz="2800">
                <a:latin typeface="Times New Roman" pitchFamily="18" charset="0"/>
                <a:ea typeface="Times New Roman" pitchFamily="18" charset="0"/>
              </a:rPr>
              <a:t>		Ils/elles ren</a:t>
            </a:r>
            <a:r>
              <a:rPr lang="fr-FR" altLang="en-US" sz="2800">
                <a:solidFill>
                  <a:srgbClr val="FF0000"/>
                </a:solidFill>
                <a:latin typeface="Times New Roman" pitchFamily="18" charset="0"/>
                <a:ea typeface="Times New Roman" pitchFamily="18" charset="0"/>
              </a:rPr>
              <a:t>dent	ils/elles font</a:t>
            </a:r>
          </a:p>
          <a:p>
            <a:pPr marL="0" lvl="0" indent="0" eaLnBrk="1" hangingPunct="1">
              <a:buNone/>
            </a:pPr>
            <a:endParaRPr lang="fr-FR" altLang="en-US" sz="2800">
              <a:latin typeface="Times New Roman" pitchFamily="18" charset="0"/>
              <a:ea typeface="Times New Roman" pitchFamily="18" charset="0"/>
            </a:endParaRPr>
          </a:p>
          <a:p>
            <a:pPr marL="0" lvl="0" indent="0" eaLnBrk="1" hangingPunct="1">
              <a:buNone/>
            </a:pPr>
            <a:endParaRPr lang="fr-FR" altLang="en-US" u="sng">
              <a:latin typeface="Times New Roman" pitchFamily="18" charset="0"/>
              <a:ea typeface="Times New Roman" pitchFamily="18" charset="0"/>
            </a:endParaRPr>
          </a:p>
          <a:p>
            <a:pPr marL="0" lvl="0" indent="0" eaLnBrk="1" hangingPunct="1">
              <a:buNone/>
            </a:pPr>
            <a:endParaRPr lang="fr-FR" altLang="en-US">
              <a:latin typeface="Times New Roman" pitchFamily="18" charset="0"/>
              <a:ea typeface="Times New Roman" pitchFamily="18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8" name="Title 1"/>
          <p:cNvSpPr>
            <a:spLocks noGrp="1"/>
          </p:cNvSpPr>
          <p:nvPr>
            <p:ph type="title"/>
          </p:nvPr>
        </p:nvSpPr>
        <p:spPr>
          <a:xfrm>
            <a:off x="304800" y="228600"/>
            <a:ext cx="8686800" cy="6964363"/>
          </a:xfrm>
        </p:spPr>
        <p:txBody>
          <a:bodyPr/>
          <a:lstStyle/>
          <a:p>
            <a:pPr algn="l"/>
            <a:r>
              <a:rPr lang="fr-F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Dialogue 1 : Problème de chèque - 2 personnes</a:t>
            </a:r>
            <a:br>
              <a:rPr lang="fr-F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Client :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Bonjour Madame, j’ai un problème.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Banquière :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Bonjour. Quel est le problème ?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Client :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J’ai reçu un </a:t>
            </a:r>
            <a:r>
              <a:rPr lang="fr-F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chèque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mais je ne sais pas comment l’encaisser.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Banquière :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Vous devez venir au </a:t>
            </a:r>
            <a:r>
              <a:rPr lang="fr-F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guichet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avec votre </a:t>
            </a:r>
            <a:r>
              <a:rPr lang="fr-F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carte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et une pièce d’identité.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Client :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D’accord. Et après je peux déposer l’argent sur mon </a:t>
            </a:r>
            <a:r>
              <a:rPr lang="fr-F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compte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?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Banquière :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Oui exactement. Ou vous pouvez faire un </a:t>
            </a:r>
            <a:r>
              <a:rPr lang="fr-F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virement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si vous voulez.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Client :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Merci beaucoup 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6" name="Title 1"/>
          <p:cNvSpPr>
            <a:spLocks noGrp="1"/>
          </p:cNvSpPr>
          <p:nvPr>
            <p:ph type="title"/>
          </p:nvPr>
        </p:nvSpPr>
        <p:spPr>
          <a:xfrm>
            <a:off x="228600" y="685800"/>
            <a:ext cx="8686800" cy="4343399"/>
          </a:xfrm>
        </p:spPr>
        <p:txBody>
          <a:bodyPr/>
          <a:lstStyle/>
          <a:p>
            <a:pPr algn="l">
              <a:lnSpc>
                <a:spcPct val="150000"/>
              </a:lnSpc>
            </a:pPr>
            <a:r>
              <a:rPr lang="fr-FR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Questions de compréhension</a:t>
            </a:r>
            <a:b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Où va le client pour ouvrir un compte ?</a:t>
            </a:r>
            <a:b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Comment </a:t>
            </a:r>
            <a:r>
              <a:rPr lang="fr-FR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Ama</a:t>
            </a: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envoie l’argent à sa sœur ?</a:t>
            </a:r>
            <a:b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De quoi a besoin le client pour encaisser un chèque ?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7" name="Content Placeholder 2"/>
          <p:cNvSpPr>
            <a:spLocks noGrp="1"/>
          </p:cNvSpPr>
          <p:nvPr>
            <p:ph idx="1"/>
          </p:nvPr>
        </p:nvSpPr>
        <p:spPr>
          <a:xfrm>
            <a:off x="0" y="152400"/>
            <a:ext cx="9144000" cy="5973762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t"/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Arial" charset="0"/>
              <a:buChar char="•"/>
              <a:defRPr sz="32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Arial" charset="0"/>
              <a:buChar char="–"/>
              <a:defRPr sz="2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Arial" charset="0"/>
              <a:buChar char="•"/>
              <a:defRPr sz="24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Arial" charset="0"/>
              <a:buChar char="–"/>
              <a:defRPr sz="20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Arial" charset="0"/>
              <a:buChar char="»"/>
              <a:defRPr sz="20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5pPr>
          </a:lstStyle>
          <a:p>
            <a:pPr marL="0" lvl="0" indent="0" algn="ctr" eaLnBrk="1" hangingPunct="1">
              <a:buNone/>
            </a:pPr>
            <a:r>
              <a:rPr lang="en-US" altLang="en-US" dirty="0" err="1">
                <a:latin typeface="Times New Roman" pitchFamily="18" charset="0"/>
                <a:ea typeface="Times New Roman" pitchFamily="18" charset="0"/>
              </a:rPr>
              <a:t>Regardez</a:t>
            </a:r>
            <a:r>
              <a:rPr lang="en-US" altLang="en-US" dirty="0">
                <a:latin typeface="Times New Roman" pitchFamily="18" charset="0"/>
                <a:ea typeface="Times New Roman" pitchFamily="18" charset="0"/>
              </a:rPr>
              <a:t> la </a:t>
            </a:r>
            <a:r>
              <a:rPr lang="en-US" altLang="en-US" dirty="0" err="1">
                <a:latin typeface="Times New Roman" pitchFamily="18" charset="0"/>
                <a:ea typeface="Times New Roman" pitchFamily="18" charset="0"/>
              </a:rPr>
              <a:t>vidéo</a:t>
            </a:r>
            <a:r>
              <a:rPr lang="en-US" altLang="en-US" dirty="0">
                <a:latin typeface="Times New Roman" pitchFamily="18" charset="0"/>
                <a:ea typeface="Times New Roman" pitchFamily="18" charset="0"/>
              </a:rPr>
              <a:t> et répondez aux questions</a:t>
            </a:r>
            <a:endParaRPr lang="fr-FR" altLang="en-US" b="1" dirty="0">
              <a:latin typeface="Times New Roman" pitchFamily="18" charset="0"/>
              <a:ea typeface="Times New Roman" pitchFamily="18" charset="0"/>
            </a:endParaRPr>
          </a:p>
          <a:p>
            <a:pPr marL="0" lvl="0" indent="0" algn="ctr" eaLnBrk="1" hangingPunct="1">
              <a:buNone/>
            </a:pPr>
            <a:endParaRPr lang="fr-FR" altLang="en-US" b="1" dirty="0">
              <a:latin typeface="Times New Roman" pitchFamily="18" charset="0"/>
              <a:ea typeface="Times New Roman" pitchFamily="18" charset="0"/>
            </a:endParaRPr>
          </a:p>
          <a:p>
            <a:pPr marL="514350" lvl="0" indent="-514350" eaLnBrk="1" hangingPunct="1">
              <a:buFont typeface="+mj-lt"/>
              <a:buAutoNum type="arabicPeriod"/>
            </a:pPr>
            <a:r>
              <a:rPr lang="fr-FR" altLang="en-US" dirty="0">
                <a:latin typeface="Times New Roman" pitchFamily="18" charset="0"/>
                <a:ea typeface="Times New Roman" pitchFamily="18" charset="0"/>
              </a:rPr>
              <a:t>Que cherche l’homme à la banque ?</a:t>
            </a:r>
          </a:p>
          <a:p>
            <a:pPr marL="514350" lvl="0" indent="-514350" eaLnBrk="1" hangingPunct="1">
              <a:buFont typeface="+mj-lt"/>
              <a:buAutoNum type="arabicPeriod"/>
            </a:pPr>
            <a:r>
              <a:rPr lang="fr-FR" altLang="en-US" dirty="0">
                <a:latin typeface="Times New Roman" pitchFamily="18" charset="0"/>
                <a:ea typeface="Times New Roman" pitchFamily="18" charset="0"/>
              </a:rPr>
              <a:t>Comment s’appelle l’homme ?</a:t>
            </a:r>
          </a:p>
          <a:p>
            <a:pPr marL="514350" lvl="0" indent="-514350" eaLnBrk="1" hangingPunct="1">
              <a:buFont typeface="+mj-lt"/>
              <a:buAutoNum type="arabicPeriod"/>
            </a:pPr>
            <a:r>
              <a:rPr lang="fr-FR" altLang="en-US" dirty="0">
                <a:latin typeface="Times New Roman" pitchFamily="18" charset="0"/>
                <a:ea typeface="Times New Roman" pitchFamily="18" charset="0"/>
              </a:rPr>
              <a:t>Quels documents doit-il apporter ?</a:t>
            </a:r>
          </a:p>
          <a:p>
            <a:pPr marL="514350" lvl="0" indent="-514350" eaLnBrk="1" hangingPunct="1">
              <a:buFont typeface="+mj-lt"/>
              <a:buAutoNum type="arabicPeriod"/>
            </a:pPr>
            <a:r>
              <a:rPr lang="fr-FR" altLang="en-US" dirty="0">
                <a:latin typeface="Times New Roman" pitchFamily="18" charset="0"/>
                <a:ea typeface="Times New Roman" pitchFamily="18" charset="0"/>
              </a:rPr>
              <a:t>À quelle heure est le rendez-vous demain ?</a:t>
            </a:r>
          </a:p>
          <a:p>
            <a:pPr marL="514350" lvl="0" indent="-514350" eaLnBrk="1" hangingPunct="1">
              <a:buFont typeface="+mj-lt"/>
              <a:buAutoNum type="arabicPeriod"/>
            </a:pPr>
            <a:r>
              <a:rPr lang="fr-FR" altLang="en-US" dirty="0">
                <a:latin typeface="Times New Roman" pitchFamily="18" charset="0"/>
                <a:ea typeface="Times New Roman" pitchFamily="18" charset="0"/>
              </a:rPr>
              <a:t>Est-ce qu’il faut donner de l’argent pour ouvrir le compte ?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49C1FC7-F157-36F3-D300-27ACB4398A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7" name="Content Placeholder 2">
            <a:extLst>
              <a:ext uri="{FF2B5EF4-FFF2-40B4-BE49-F238E27FC236}">
                <a16:creationId xmlns:a16="http://schemas.microsoft.com/office/drawing/2014/main" id="{1223A89F-C0BB-D310-59C9-899D3AFA64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52400"/>
            <a:ext cx="9144000" cy="5973762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t"/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Arial" charset="0"/>
              <a:buChar char="•"/>
              <a:defRPr sz="32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Arial" charset="0"/>
              <a:buChar char="–"/>
              <a:defRPr sz="2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Arial" charset="0"/>
              <a:buChar char="•"/>
              <a:defRPr sz="24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Arial" charset="0"/>
              <a:buChar char="–"/>
              <a:defRPr sz="20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Arial" charset="0"/>
              <a:buChar char="»"/>
              <a:defRPr sz="20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5pPr>
          </a:lstStyle>
          <a:p>
            <a:pPr marL="0" lvl="0" indent="0" algn="ctr" eaLnBrk="1" hangingPunct="1">
              <a:buNone/>
            </a:pPr>
            <a:r>
              <a:rPr lang="en-US" altLang="en-US" sz="4400" dirty="0" err="1">
                <a:latin typeface="Times New Roman" pitchFamily="18" charset="0"/>
                <a:ea typeface="Times New Roman" pitchFamily="18" charset="0"/>
              </a:rPr>
              <a:t>Traduction</a:t>
            </a:r>
            <a:endParaRPr lang="fr-FR" altLang="en-US" sz="4400" b="1" dirty="0">
              <a:latin typeface="Times New Roman" pitchFamily="18" charset="0"/>
              <a:ea typeface="Times New Roman" pitchFamily="18" charset="0"/>
            </a:endParaRPr>
          </a:p>
          <a:p>
            <a:pPr marL="0" lvl="0" indent="0" algn="ctr" eaLnBrk="1" hangingPunct="1">
              <a:buNone/>
            </a:pPr>
            <a:endParaRPr lang="fr-FR" altLang="en-US" b="1" dirty="0">
              <a:latin typeface="Times New Roman" pitchFamily="18" charset="0"/>
              <a:ea typeface="Times New Roman" pitchFamily="18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Je </a:t>
            </a:r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voudrais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retirer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l'argent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</a:t>
            </a:r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banque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est fermée </a:t>
            </a:r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aujourd'hui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Voici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mon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adresse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Où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est le </a:t>
            </a:r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conseiller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?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C'est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gratuit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602663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F9F1F75-D3F5-05B5-87B2-76171EFA5A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7" name="Content Placeholder 2">
            <a:extLst>
              <a:ext uri="{FF2B5EF4-FFF2-40B4-BE49-F238E27FC236}">
                <a16:creationId xmlns:a16="http://schemas.microsoft.com/office/drawing/2014/main" id="{2D5B61B5-10BF-B71C-31EC-3C6791D073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52400"/>
            <a:ext cx="9144000" cy="5973762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t"/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Arial" charset="0"/>
              <a:buChar char="•"/>
              <a:defRPr sz="32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Arial" charset="0"/>
              <a:buChar char="–"/>
              <a:defRPr sz="2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Arial" charset="0"/>
              <a:buChar char="•"/>
              <a:defRPr sz="24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Arial" charset="0"/>
              <a:buChar char="–"/>
              <a:defRPr sz="20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Arial" charset="0"/>
              <a:buChar char="»"/>
              <a:defRPr sz="20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5pPr>
          </a:lstStyle>
          <a:p>
            <a:pPr marL="0" lvl="0" indent="0" algn="ctr" eaLnBrk="1" hangingPunct="1">
              <a:buNone/>
            </a:pPr>
            <a:r>
              <a:rPr lang="en-US" altLang="en-US" sz="4400" dirty="0" err="1">
                <a:latin typeface="Times New Roman" pitchFamily="18" charset="0"/>
                <a:ea typeface="Times New Roman" pitchFamily="18" charset="0"/>
              </a:rPr>
              <a:t>Traduction</a:t>
            </a:r>
            <a:endParaRPr lang="fr-FR" altLang="en-US" sz="4400" b="1" dirty="0">
              <a:latin typeface="Times New Roman" pitchFamily="18" charset="0"/>
              <a:ea typeface="Times New Roman" pitchFamily="18" charset="0"/>
            </a:endParaRPr>
          </a:p>
          <a:p>
            <a:pPr marL="0" lvl="0" indent="0" algn="ctr" eaLnBrk="1" hangingPunct="1">
              <a:buNone/>
            </a:pPr>
            <a:endParaRPr lang="fr-FR" altLang="en-US" b="1" dirty="0">
              <a:latin typeface="Times New Roman" pitchFamily="18" charset="0"/>
              <a:ea typeface="Times New Roman" pitchFamily="18" charset="0"/>
            </a:endParaRPr>
          </a:p>
          <a:p>
            <a:pPr marL="742950" indent="-742950">
              <a:buFont typeface="+mj-lt"/>
              <a:buAutoNum type="arabicPeriod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want to open a bank account.</a:t>
            </a:r>
          </a:p>
          <a:p>
            <a:pPr marL="742950" indent="-742950">
              <a:buFont typeface="+mj-lt"/>
              <a:buAutoNum type="arabicPeriod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is the bank?</a:t>
            </a:r>
          </a:p>
          <a:p>
            <a:pPr marL="742950" indent="-742950">
              <a:buFont typeface="+mj-lt"/>
              <a:buAutoNum type="arabicPeriod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Here is my identity card.</a:t>
            </a:r>
          </a:p>
          <a:p>
            <a:pPr marL="742950" indent="-742950">
              <a:buFont typeface="+mj-lt"/>
              <a:buAutoNum type="arabicPeriod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appointment is tomorrow at 3 p.m.</a:t>
            </a:r>
          </a:p>
          <a:p>
            <a:pPr marL="742950" indent="-742950">
              <a:buFont typeface="+mj-lt"/>
              <a:buAutoNum type="arabicPeriod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need some money.</a:t>
            </a:r>
          </a:p>
        </p:txBody>
      </p:sp>
    </p:spTree>
    <p:extLst>
      <p:ext uri="{BB962C8B-B14F-4D97-AF65-F5344CB8AC3E}">
        <p14:creationId xmlns:p14="http://schemas.microsoft.com/office/powerpoint/2010/main" val="23416276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0" name="Title 1"/>
          <p:cNvSpPr>
            <a:spLocks noGrp="1"/>
          </p:cNvSpPr>
          <p:nvPr>
            <p:ph type="title"/>
          </p:nvPr>
        </p:nvSpPr>
        <p:spPr>
          <a:xfrm>
            <a:off x="381000" y="304800"/>
            <a:ext cx="8382000" cy="6705600"/>
          </a:xfrm>
        </p:spPr>
        <p:txBody>
          <a:bodyPr/>
          <a:lstStyle/>
          <a:p>
            <a:pPr algn="l"/>
            <a:r>
              <a:rPr lang="fr-F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Exercice oral 1 : Faire un virement et un retrait - 3 personnes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Ama</a:t>
            </a:r>
            <a:r>
              <a:rPr lang="fr-F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Salut Kofi, tu peux m’aider ? Je dois faire un </a:t>
            </a:r>
            <a:r>
              <a:rPr lang="fr-F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virement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Kofi :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Oui. Tu veux le faire au </a:t>
            </a:r>
            <a:r>
              <a:rPr lang="fr-F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guichet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ou sur l’application ?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Ama</a:t>
            </a:r>
            <a:r>
              <a:rPr lang="fr-F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Au </a:t>
            </a:r>
            <a:r>
              <a:rPr lang="fr-F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guichet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je ne sais pas utiliser le téléphone.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Conseillère :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Bonjour. Je peux vous aider ?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Ama</a:t>
            </a:r>
            <a:r>
              <a:rPr lang="fr-F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Bonjour. Je veux envoyer 500 GHS sur le </a:t>
            </a:r>
            <a:r>
              <a:rPr lang="fr-F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compte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ma sœur.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Conseillère :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D’accord. Remplissez ce bordereau.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Kofi :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Et moi je vais faire un </a:t>
            </a:r>
            <a:r>
              <a:rPr lang="fr-F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retrait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au </a:t>
            </a:r>
            <a:r>
              <a:rPr lang="fr-F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distributeur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après.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Conseillère :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Ok, le </a:t>
            </a:r>
            <a:r>
              <a:rPr lang="fr-F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distributeur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est juste à la sortie de la </a:t>
            </a:r>
            <a:r>
              <a:rPr lang="fr-F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banque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1" name="Title 1"/>
          <p:cNvSpPr>
            <a:spLocks noGrp="1"/>
          </p:cNvSpPr>
          <p:nvPr>
            <p:ph type="title"/>
          </p:nvPr>
        </p:nvSpPr>
        <p:spPr>
          <a:xfrm>
            <a:off x="228600" y="152400"/>
            <a:ext cx="8763000" cy="6629400"/>
          </a:xfrm>
        </p:spPr>
        <p:txBody>
          <a:bodyPr/>
          <a:lstStyle/>
          <a:p>
            <a:pPr algn="l">
              <a:lnSpc>
                <a:spcPct val="150000"/>
              </a:lnSpc>
            </a:pPr>
            <a:r>
              <a:rPr lang="fr-F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Exercice oral 2 : Ouvrir un compte - 2 personnes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Client :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Bonjour Monsieur, je voudrais </a:t>
            </a:r>
            <a:r>
              <a:rPr lang="fr-F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ouvrir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un </a:t>
            </a:r>
            <a:r>
              <a:rPr lang="fr-F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compte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à la </a:t>
            </a:r>
            <a:r>
              <a:rPr lang="fr-F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banque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Conseiller :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Bonjour. Bien sûr. Avez-vous votre pièce d’identité et 2 photos ?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Client :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Oui, les voici.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Conseiller :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Très bien. Vous voulez aussi une </a:t>
            </a:r>
            <a:r>
              <a:rPr lang="fr-F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carte 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bancaire ?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Client :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Oui, pour faire des </a:t>
            </a:r>
            <a:r>
              <a:rPr lang="fr-F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retraits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au </a:t>
            </a:r>
            <a:r>
              <a:rPr lang="fr-F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distributeur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Conseiller :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Parfait. Votre </a:t>
            </a:r>
            <a:r>
              <a:rPr lang="fr-F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compte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sera prêt dans 2 jours.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EDDF30-6842-CF69-EBAF-7F62DBABE5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7" name="Content Placeholder 2">
            <a:extLst>
              <a:ext uri="{FF2B5EF4-FFF2-40B4-BE49-F238E27FC236}">
                <a16:creationId xmlns:a16="http://schemas.microsoft.com/office/drawing/2014/main" id="{C9792714-4E7D-508C-8809-C2E1AA5F18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52400"/>
            <a:ext cx="9144000" cy="5973762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t"/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Arial" charset="0"/>
              <a:buChar char="•"/>
              <a:defRPr sz="32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Arial" charset="0"/>
              <a:buChar char="–"/>
              <a:defRPr sz="2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Arial" charset="0"/>
              <a:buChar char="•"/>
              <a:defRPr sz="24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Arial" charset="0"/>
              <a:buChar char="–"/>
              <a:defRPr sz="20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Arial" charset="0"/>
              <a:buChar char="»"/>
              <a:defRPr sz="20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5pPr>
          </a:lstStyle>
          <a:p>
            <a:pPr marL="0" lvl="0" indent="0">
              <a:buNone/>
            </a:pPr>
            <a:endParaRPr lang="en-US" altLang="en-US" dirty="0">
              <a:latin typeface="Times New Roman" pitchFamily="18" charset="0"/>
              <a:ea typeface="Times New Roman" pitchFamily="18" charset="0"/>
            </a:endParaRPr>
          </a:p>
          <a:p>
            <a:pPr marL="0" lvl="0" indent="0" algn="ctr" eaLnBrk="1" hangingPunct="1">
              <a:buNone/>
            </a:pPr>
            <a:r>
              <a:rPr lang="fr-FR" altLang="en-US" b="1" dirty="0">
                <a:latin typeface="Times New Roman" pitchFamily="18" charset="0"/>
                <a:ea typeface="Times New Roman" pitchFamily="18" charset="0"/>
              </a:rPr>
              <a:t>CONCLUSION</a:t>
            </a:r>
          </a:p>
          <a:p>
            <a:pPr marL="0" lvl="0" indent="0" algn="ctr" eaLnBrk="1" hangingPunct="1">
              <a:buNone/>
            </a:pPr>
            <a:endParaRPr lang="fr-FR" altLang="en-US" b="1" dirty="0">
              <a:latin typeface="Times New Roman" pitchFamily="18" charset="0"/>
              <a:ea typeface="Times New Roman" pitchFamily="18" charset="0"/>
            </a:endParaRPr>
          </a:p>
          <a:p>
            <a:pPr marL="0" lvl="0" indent="0" eaLnBrk="1" hangingPunct="1">
              <a:buNone/>
            </a:pPr>
            <a:r>
              <a:rPr lang="fr-FR" altLang="en-US" dirty="0">
                <a:latin typeface="Times New Roman" pitchFamily="18" charset="0"/>
                <a:ea typeface="Times New Roman" pitchFamily="18" charset="0"/>
              </a:rPr>
              <a:t>In </a:t>
            </a:r>
            <a:r>
              <a:rPr lang="fr-FR" altLang="en-US" dirty="0" err="1">
                <a:latin typeface="Times New Roman" pitchFamily="18" charset="0"/>
                <a:ea typeface="Times New Roman" pitchFamily="18" charset="0"/>
              </a:rPr>
              <a:t>this</a:t>
            </a:r>
            <a:r>
              <a:rPr lang="fr-FR" altLang="en-US" dirty="0">
                <a:latin typeface="Times New Roman" pitchFamily="18" charset="0"/>
                <a:ea typeface="Times New Roman" pitchFamily="18" charset="0"/>
              </a:rPr>
              <a:t> </a:t>
            </a:r>
            <a:r>
              <a:rPr lang="fr-FR" altLang="en-US" dirty="0" err="1">
                <a:latin typeface="Times New Roman" pitchFamily="18" charset="0"/>
                <a:ea typeface="Times New Roman" pitchFamily="18" charset="0"/>
              </a:rPr>
              <a:t>lesson</a:t>
            </a:r>
            <a:r>
              <a:rPr lang="fr-FR" altLang="en-US" dirty="0">
                <a:latin typeface="Times New Roman" pitchFamily="18" charset="0"/>
                <a:ea typeface="Times New Roman" pitchFamily="18" charset="0"/>
              </a:rPr>
              <a:t>, </a:t>
            </a:r>
            <a:r>
              <a:rPr lang="fr-FR" altLang="en-US" dirty="0" err="1">
                <a:latin typeface="Times New Roman" pitchFamily="18" charset="0"/>
                <a:ea typeface="Times New Roman" pitchFamily="18" charset="0"/>
              </a:rPr>
              <a:t>students</a:t>
            </a:r>
            <a:r>
              <a:rPr lang="fr-FR" altLang="en-US" dirty="0">
                <a:latin typeface="Times New Roman" pitchFamily="18" charset="0"/>
                <a:ea typeface="Times New Roman" pitchFamily="18" charset="0"/>
              </a:rPr>
              <a:t> </a:t>
            </a:r>
            <a:r>
              <a:rPr lang="fr-FR" altLang="en-US" dirty="0" err="1">
                <a:latin typeface="Times New Roman" pitchFamily="18" charset="0"/>
                <a:ea typeface="Times New Roman" pitchFamily="18" charset="0"/>
              </a:rPr>
              <a:t>learned</a:t>
            </a:r>
            <a:r>
              <a:rPr lang="fr-FR" altLang="en-US" dirty="0">
                <a:latin typeface="Times New Roman" pitchFamily="18" charset="0"/>
                <a:ea typeface="Times New Roman" pitchFamily="18" charset="0"/>
              </a:rPr>
              <a:t> to use </a:t>
            </a:r>
            <a:r>
              <a:rPr lang="fr-FR" altLang="en-US" dirty="0" err="1">
                <a:latin typeface="Times New Roman" pitchFamily="18" charset="0"/>
                <a:ea typeface="Times New Roman" pitchFamily="18" charset="0"/>
              </a:rPr>
              <a:t>verbs</a:t>
            </a:r>
            <a:r>
              <a:rPr lang="fr-FR" altLang="en-US" dirty="0">
                <a:latin typeface="Times New Roman" pitchFamily="18" charset="0"/>
                <a:ea typeface="Times New Roman" pitchFamily="18" charset="0"/>
              </a:rPr>
              <a:t> and basic expressions </a:t>
            </a:r>
            <a:r>
              <a:rPr lang="fr-FR" altLang="en-US" dirty="0" err="1">
                <a:latin typeface="Times New Roman" pitchFamily="18" charset="0"/>
                <a:ea typeface="Times New Roman" pitchFamily="18" charset="0"/>
              </a:rPr>
              <a:t>relating</a:t>
            </a:r>
            <a:r>
              <a:rPr lang="fr-FR" altLang="en-US" dirty="0">
                <a:latin typeface="Times New Roman" pitchFamily="18" charset="0"/>
                <a:ea typeface="Times New Roman" pitchFamily="18" charset="0"/>
              </a:rPr>
              <a:t> to </a:t>
            </a:r>
            <a:r>
              <a:rPr lang="fr-FR" altLang="en-US" dirty="0" err="1">
                <a:latin typeface="Times New Roman" pitchFamily="18" charset="0"/>
                <a:ea typeface="Times New Roman" pitchFamily="18" charset="0"/>
              </a:rPr>
              <a:t>bank</a:t>
            </a:r>
            <a:r>
              <a:rPr lang="fr-FR" altLang="en-US" dirty="0">
                <a:latin typeface="Times New Roman" pitchFamily="18" charset="0"/>
                <a:ea typeface="Times New Roman" pitchFamily="18" charset="0"/>
              </a:rPr>
              <a:t> transactions in French </a:t>
            </a:r>
            <a:r>
              <a:rPr lang="fr-FR" altLang="en-US" dirty="0" err="1">
                <a:latin typeface="Times New Roman" pitchFamily="18" charset="0"/>
                <a:ea typeface="Times New Roman" pitchFamily="18" charset="0"/>
              </a:rPr>
              <a:t>language</a:t>
            </a:r>
            <a:r>
              <a:rPr lang="fr-FR" altLang="en-US" dirty="0">
                <a:latin typeface="Times New Roman" pitchFamily="18" charset="0"/>
                <a:ea typeface="Times New Roman" pitchFamily="18" charset="0"/>
              </a:rPr>
              <a:t>.</a:t>
            </a:r>
          </a:p>
          <a:p>
            <a:pPr marL="0" lvl="0" indent="0" eaLnBrk="1" hangingPunct="1">
              <a:buNone/>
            </a:pPr>
            <a:r>
              <a:rPr lang="fr-FR" altLang="en-US" dirty="0">
                <a:latin typeface="Times New Roman" pitchFamily="18" charset="0"/>
                <a:ea typeface="Times New Roman" pitchFamily="18" charset="0"/>
              </a:rPr>
              <a:t>They </a:t>
            </a:r>
            <a:r>
              <a:rPr lang="fr-FR" altLang="en-US" dirty="0" err="1">
                <a:latin typeface="Times New Roman" pitchFamily="18" charset="0"/>
                <a:ea typeface="Times New Roman" pitchFamily="18" charset="0"/>
              </a:rPr>
              <a:t>also</a:t>
            </a:r>
            <a:r>
              <a:rPr lang="fr-FR" altLang="en-US" dirty="0">
                <a:latin typeface="Times New Roman" pitchFamily="18" charset="0"/>
                <a:ea typeface="Times New Roman" pitchFamily="18" charset="0"/>
              </a:rPr>
              <a:t> </a:t>
            </a:r>
            <a:r>
              <a:rPr lang="fr-FR" altLang="en-US" dirty="0" err="1">
                <a:latin typeface="Times New Roman" pitchFamily="18" charset="0"/>
                <a:ea typeface="Times New Roman" pitchFamily="18" charset="0"/>
              </a:rPr>
              <a:t>learned</a:t>
            </a:r>
            <a:r>
              <a:rPr lang="fr-FR" altLang="en-US" dirty="0">
                <a:latin typeface="Times New Roman" pitchFamily="18" charset="0"/>
                <a:ea typeface="Times New Roman" pitchFamily="18" charset="0"/>
              </a:rPr>
              <a:t> the </a:t>
            </a:r>
            <a:r>
              <a:rPr lang="fr-FR" altLang="en-US" dirty="0" err="1">
                <a:latin typeface="Times New Roman" pitchFamily="18" charset="0"/>
                <a:ea typeface="Times New Roman" pitchFamily="18" charset="0"/>
              </a:rPr>
              <a:t>difference</a:t>
            </a:r>
            <a:r>
              <a:rPr lang="fr-FR" altLang="en-US" dirty="0">
                <a:latin typeface="Times New Roman" pitchFamily="18" charset="0"/>
                <a:ea typeface="Times New Roman" pitchFamily="18" charset="0"/>
              </a:rPr>
              <a:t> </a:t>
            </a:r>
            <a:r>
              <a:rPr lang="fr-FR" altLang="en-US" dirty="0" err="1">
                <a:latin typeface="Times New Roman" pitchFamily="18" charset="0"/>
                <a:ea typeface="Times New Roman" pitchFamily="18" charset="0"/>
              </a:rPr>
              <a:t>between</a:t>
            </a:r>
            <a:r>
              <a:rPr lang="fr-FR" altLang="en-US" dirty="0">
                <a:latin typeface="Times New Roman" pitchFamily="18" charset="0"/>
                <a:ea typeface="Times New Roman" pitchFamily="18" charset="0"/>
              </a:rPr>
              <a:t> </a:t>
            </a:r>
            <a:r>
              <a:rPr lang="fr-FR" altLang="en-US" dirty="0" err="1">
                <a:latin typeface="Times New Roman" pitchFamily="18" charset="0"/>
                <a:ea typeface="Times New Roman" pitchFamily="18" charset="0"/>
              </a:rPr>
              <a:t>banks</a:t>
            </a:r>
            <a:r>
              <a:rPr lang="fr-FR" altLang="en-US" dirty="0">
                <a:latin typeface="Times New Roman" pitchFamily="18" charset="0"/>
                <a:ea typeface="Times New Roman" pitchFamily="18" charset="0"/>
              </a:rPr>
              <a:t> </a:t>
            </a:r>
            <a:r>
              <a:rPr lang="fr-FR" altLang="en-US" dirty="0" err="1">
                <a:latin typeface="Times New Roman" pitchFamily="18" charset="0"/>
                <a:ea typeface="Times New Roman" pitchFamily="18" charset="0"/>
              </a:rPr>
              <a:t>based</a:t>
            </a:r>
            <a:r>
              <a:rPr lang="fr-FR" altLang="en-US" dirty="0">
                <a:latin typeface="Times New Roman" pitchFamily="18" charset="0"/>
                <a:ea typeface="Times New Roman" pitchFamily="18" charset="0"/>
              </a:rPr>
              <a:t> on </a:t>
            </a:r>
            <a:r>
              <a:rPr lang="fr-FR" altLang="en-US" dirty="0" err="1">
                <a:latin typeface="Times New Roman" pitchFamily="18" charset="0"/>
                <a:ea typeface="Times New Roman" pitchFamily="18" charset="0"/>
              </a:rPr>
              <a:t>their</a:t>
            </a:r>
            <a:r>
              <a:rPr lang="fr-FR" altLang="en-US" dirty="0">
                <a:latin typeface="Times New Roman" pitchFamily="18" charset="0"/>
                <a:ea typeface="Times New Roman" pitchFamily="18" charset="0"/>
              </a:rPr>
              <a:t> ‘</a:t>
            </a:r>
            <a:r>
              <a:rPr lang="fr-FR" altLang="en-US" dirty="0" err="1">
                <a:latin typeface="Times New Roman" pitchFamily="18" charset="0"/>
                <a:ea typeface="Times New Roman" pitchFamily="18" charset="0"/>
              </a:rPr>
              <a:t>activities</a:t>
            </a:r>
            <a:r>
              <a:rPr lang="fr-FR" altLang="en-US" dirty="0">
                <a:latin typeface="Times New Roman" pitchFamily="18" charset="0"/>
                <a:ea typeface="Times New Roman" pitchFamily="18" charset="0"/>
              </a:rPr>
              <a:t>’.</a:t>
            </a:r>
          </a:p>
          <a:p>
            <a:pPr marL="0" lvl="0" indent="0" eaLnBrk="1" hangingPunct="1">
              <a:buNone/>
            </a:pPr>
            <a:r>
              <a:rPr lang="fr-FR" altLang="en-US" dirty="0" err="1">
                <a:latin typeface="Times New Roman" pitchFamily="18" charset="0"/>
                <a:ea typeface="Times New Roman" pitchFamily="18" charset="0"/>
              </a:rPr>
              <a:t>Finally</a:t>
            </a:r>
            <a:r>
              <a:rPr lang="fr-FR" altLang="en-US" dirty="0">
                <a:latin typeface="Times New Roman" pitchFamily="18" charset="0"/>
                <a:ea typeface="Times New Roman" pitchFamily="18" charset="0"/>
              </a:rPr>
              <a:t>, </a:t>
            </a:r>
            <a:r>
              <a:rPr lang="fr-FR" altLang="en-US" dirty="0" err="1">
                <a:latin typeface="Times New Roman" pitchFamily="18" charset="0"/>
                <a:ea typeface="Times New Roman" pitchFamily="18" charset="0"/>
              </a:rPr>
              <a:t>they</a:t>
            </a:r>
            <a:r>
              <a:rPr lang="fr-FR" altLang="en-US" dirty="0">
                <a:latin typeface="Times New Roman" pitchFamily="18" charset="0"/>
                <a:ea typeface="Times New Roman" pitchFamily="18" charset="0"/>
              </a:rPr>
              <a:t> </a:t>
            </a:r>
            <a:r>
              <a:rPr lang="fr-FR" altLang="en-US" dirty="0" err="1">
                <a:latin typeface="Times New Roman" pitchFamily="18" charset="0"/>
                <a:ea typeface="Times New Roman" pitchFamily="18" charset="0"/>
              </a:rPr>
              <a:t>learned</a:t>
            </a:r>
            <a:r>
              <a:rPr lang="fr-FR" altLang="en-US" dirty="0">
                <a:latin typeface="Times New Roman" pitchFamily="18" charset="0"/>
                <a:ea typeface="Times New Roman" pitchFamily="18" charset="0"/>
              </a:rPr>
              <a:t> about the </a:t>
            </a:r>
            <a:r>
              <a:rPr lang="fr-FR" altLang="en-US" dirty="0" err="1">
                <a:latin typeface="Times New Roman" pitchFamily="18" charset="0"/>
                <a:ea typeface="Times New Roman" pitchFamily="18" charset="0"/>
              </a:rPr>
              <a:t>various</a:t>
            </a:r>
            <a:r>
              <a:rPr lang="fr-FR" altLang="en-US" dirty="0">
                <a:latin typeface="Times New Roman" pitchFamily="18" charset="0"/>
                <a:ea typeface="Times New Roman" pitchFamily="18" charset="0"/>
              </a:rPr>
              <a:t> </a:t>
            </a:r>
            <a:r>
              <a:rPr lang="fr-FR" altLang="en-US" dirty="0" err="1">
                <a:latin typeface="Times New Roman" pitchFamily="18" charset="0"/>
                <a:ea typeface="Times New Roman" pitchFamily="18" charset="0"/>
              </a:rPr>
              <a:t>accounts</a:t>
            </a:r>
            <a:r>
              <a:rPr lang="fr-FR" altLang="en-US" dirty="0">
                <a:latin typeface="Times New Roman" pitchFamily="18" charset="0"/>
                <a:ea typeface="Times New Roman" pitchFamily="18" charset="0"/>
              </a:rPr>
              <a:t> </a:t>
            </a:r>
            <a:r>
              <a:rPr lang="fr-FR" altLang="en-US" dirty="0" err="1">
                <a:latin typeface="Times New Roman" pitchFamily="18" charset="0"/>
                <a:ea typeface="Times New Roman" pitchFamily="18" charset="0"/>
              </a:rPr>
              <a:t>available</a:t>
            </a:r>
            <a:r>
              <a:rPr lang="fr-FR" altLang="en-US" dirty="0">
                <a:latin typeface="Times New Roman" pitchFamily="18" charset="0"/>
                <a:ea typeface="Times New Roman" pitchFamily="18" charset="0"/>
              </a:rPr>
              <a:t>.</a:t>
            </a:r>
          </a:p>
          <a:p>
            <a:pPr marL="0" lvl="0" indent="0" algn="ctr" eaLnBrk="1" hangingPunct="1">
              <a:buNone/>
            </a:pPr>
            <a:endParaRPr lang="fr-FR" altLang="en-US" b="1" dirty="0">
              <a:latin typeface="Times New Roman" pitchFamily="18" charset="0"/>
              <a:ea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140117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9" name="Content Placeholder 2"/>
          <p:cNvSpPr>
            <a:spLocks noGrp="1"/>
          </p:cNvSpPr>
          <p:nvPr>
            <p:ph idx="1"/>
          </p:nvPr>
        </p:nvSpPr>
        <p:spPr>
          <a:xfrm>
            <a:off x="0" y="152400"/>
            <a:ext cx="9144000" cy="5973762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t"/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Arial" charset="0"/>
              <a:buChar char="•"/>
              <a:defRPr sz="32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Arial" charset="0"/>
              <a:buChar char="–"/>
              <a:defRPr sz="2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Arial" charset="0"/>
              <a:buChar char="•"/>
              <a:defRPr sz="24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Arial" charset="0"/>
              <a:buChar char="–"/>
              <a:defRPr sz="20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Arial" charset="0"/>
              <a:buChar char="»"/>
              <a:defRPr sz="20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5pPr>
          </a:lstStyle>
          <a:p>
            <a:pPr marL="0" lvl="0" indent="0" algn="ctr" eaLnBrk="1" hangingPunct="1">
              <a:buNone/>
            </a:pPr>
            <a:endParaRPr lang="fr-FR" altLang="en-US" b="1">
              <a:latin typeface="Times New Roman" pitchFamily="18" charset="0"/>
              <a:ea typeface="Times New Roman" pitchFamily="18" charset="0"/>
            </a:endParaRPr>
          </a:p>
          <a:p>
            <a:pPr marL="0" lvl="0" indent="0" algn="ctr" eaLnBrk="1" hangingPunct="1">
              <a:buNone/>
            </a:pPr>
            <a:endParaRPr lang="fr-FR" altLang="en-US" b="1">
              <a:latin typeface="Times New Roman" pitchFamily="18" charset="0"/>
              <a:ea typeface="Times New Roman" pitchFamily="18" charset="0"/>
            </a:endParaRPr>
          </a:p>
        </p:txBody>
      </p:sp>
      <p:pic>
        <p:nvPicPr>
          <p:cNvPr id="2097152" name="Picture 2"/>
          <p:cNvPicPr>
            <a:picLocks/>
          </p:cNvPicPr>
          <p:nvPr/>
        </p:nvPicPr>
        <p:blipFill>
          <a:blip r:embed="rId3"/>
          <a:srcRect l="33333" t="24796" r="17500" b="17390"/>
          <a:stretch>
            <a:fillRect/>
          </a:stretch>
        </p:blipFill>
        <p:spPr>
          <a:xfrm>
            <a:off x="0" y="0"/>
            <a:ext cx="9144000" cy="61261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Default Color Scheme">
      <a:dk1>
        <a:srgbClr val="000000"/>
      </a:dk1>
      <a:lt1>
        <a:srgbClr val="FFFFFF"/>
      </a:lt1>
      <a:dk2>
        <a:srgbClr val="EEECE1"/>
      </a:dk2>
      <a:lt2>
        <a:srgbClr val="1F497D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3C1DA"/>
      </a:accent5>
      <a:accent6>
        <a:srgbClr val="AC4744"/>
      </a:accent6>
      <a:hlink>
        <a:srgbClr val="0000FF"/>
      </a:hlink>
      <a:folHlink>
        <a:srgbClr val="800080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Default Color Scheme 1">
        <a:dk1>
          <a:srgbClr val="000000"/>
        </a:dk1>
        <a:lt1>
          <a:srgbClr val="FFFFFF"/>
        </a:lt1>
        <a:dk2>
          <a:srgbClr val="EEECE1"/>
        </a:dk2>
        <a:lt2>
          <a:srgbClr val="1F497D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3C1DA"/>
        </a:accent5>
        <a:accent6>
          <a:srgbClr val="AC4744"/>
        </a:accent6>
        <a:hlink>
          <a:srgbClr val="0000FF"/>
        </a:hlink>
        <a:folHlink>
          <a:srgbClr val="800080"/>
        </a:folHlink>
      </a:clrScheme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Default Color Scheme">
      <a:dk1>
        <a:srgbClr val="000000"/>
      </a:dk1>
      <a:lt1>
        <a:srgbClr val="FFFFFF"/>
      </a:lt1>
      <a:dk2>
        <a:srgbClr val="EEECE1"/>
      </a:dk2>
      <a:lt2>
        <a:srgbClr val="1F497D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3C1DA"/>
      </a:accent5>
      <a:accent6>
        <a:srgbClr val="AC4744"/>
      </a:accent6>
      <a:hlink>
        <a:srgbClr val="0000FF"/>
      </a:hlink>
      <a:folHlink>
        <a:srgbClr val="800080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Default Color Scheme 1">
        <a:dk1>
          <a:srgbClr val="000000"/>
        </a:dk1>
        <a:lt1>
          <a:srgbClr val="FFFFFF"/>
        </a:lt1>
        <a:dk2>
          <a:srgbClr val="EEECE1"/>
        </a:dk2>
        <a:lt2>
          <a:srgbClr val="1F497D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3C1DA"/>
        </a:accent5>
        <a:accent6>
          <a:srgbClr val="AC4744"/>
        </a:accent6>
        <a:hlink>
          <a:srgbClr val="0000FF"/>
        </a:hlink>
        <a:folHlink>
          <a:srgbClr val="800080"/>
        </a:folHlink>
      </a:clrScheme>
    </a:extraClrScheme>
  </a:extraClrScheme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1524</Words>
  <Application>Microsoft Office PowerPoint</Application>
  <PresentationFormat>On-screen Show (4:3)</PresentationFormat>
  <Paragraphs>158</Paragraphs>
  <Slides>24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24</vt:i4>
      </vt:variant>
    </vt:vector>
  </HeadingPairs>
  <TitlesOfParts>
    <vt:vector size="30" baseType="lpstr">
      <vt:lpstr>Arial</vt:lpstr>
      <vt:lpstr>Calibri</vt:lpstr>
      <vt:lpstr>Calibri Light</vt:lpstr>
      <vt:lpstr>Times New Roman</vt:lpstr>
      <vt:lpstr>Office 主题</vt:lpstr>
      <vt:lpstr>Office 主题</vt:lpstr>
      <vt:lpstr>SEMAINE 8 LA BANQUE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Les Expressions et Terminologies I                                                                                                                                                                                                                       </vt:lpstr>
      <vt:lpstr>Terminologies II</vt:lpstr>
      <vt:lpstr>PowerPoint Presentation</vt:lpstr>
      <vt:lpstr>Les Types de Chèque </vt:lpstr>
      <vt:lpstr>Exercice : Complétez les phrases avec les mots suivants</vt:lpstr>
      <vt:lpstr>PowerPoint Presentation</vt:lpstr>
      <vt:lpstr>Dialogue 1 : Problème de chèque - 2 personnes  Client : Bonjour Madame, j’ai un problème. Banquière : Bonjour. Quel est le problème ? Client : J’ai reçu un chèque mais je ne sais pas comment l’encaisser. Banquière : Vous devez venir au guichet avec votre carte et une pièce d’identité. Client : D’accord. Et après je peux déposer l’argent sur mon compte ? Banquière : Oui exactement. Ou vous pouvez faire un virement si vous voulez. Client : Merci beaucoup </vt:lpstr>
      <vt:lpstr>Questions de compréhension 1. Où va le client pour ouvrir un compte ? 2. Comment Ama envoie l’argent à sa sœur ? 3. De quoi a besoin le client pour encaisser un chèque ?</vt:lpstr>
      <vt:lpstr>PowerPoint Presentation</vt:lpstr>
      <vt:lpstr>PowerPoint Presentation</vt:lpstr>
      <vt:lpstr>PowerPoint Presentation</vt:lpstr>
      <vt:lpstr>Exercice oral 1 : Faire un virement et un retrait - 3 personnes Ama : Salut Kofi, tu peux m’aider ? Je dois faire un virement. Kofi : Oui. Tu veux le faire au guichet ou sur l’application ? Ama : Au guichet, je ne sais pas utiliser le téléphone. Conseillère : Bonjour. Je peux vous aider ? Ama : Bonjour. Je veux envoyer 500 GHS sur le compte de ma sœur. Conseillère : D’accord. Remplissez ce bordereau. Kofi : Et moi je vais faire un retrait au distributeur après. Conseillère : Ok, le distributeur est juste à la sortie de la banque. </vt:lpstr>
      <vt:lpstr>Exercice oral 2 : Ouvrir un compte - 2 personnes Client : Bonjour Monsieur, je voudrais ouvrir un compte à la banque. Conseiller : Bonjour. Bien sûr. Avez-vous votre pièce d’identité et 2 photos ? Client : Oui, les voici. Conseiller : Très bien. Vous voulez aussi une carte bancaire ? Client : Oui, pour faire des retraits au distributeur. Conseiller : Parfait. Votre compte sera prêt dans 2 jours. 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Kotodwe</dc:creator>
  <cp:lastModifiedBy>Abigail Addo</cp:lastModifiedBy>
  <cp:revision>4</cp:revision>
  <dcterms:created xsi:type="dcterms:W3CDTF">2014-09-09T10:44:00Z</dcterms:created>
  <dcterms:modified xsi:type="dcterms:W3CDTF">2026-07-18T23:29:04Z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b6fde7af7eea407facdb0f56a9137008</vt:lpwstr>
  </property>
</Properties>
</file>